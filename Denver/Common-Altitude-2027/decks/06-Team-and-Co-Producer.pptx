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COMMON ALTITUDE</a:t>
            </a:r>
          </a:p>
          <a:p/>
          <a:p>
            <a:r>
              <a:t>TEAM + CO-PRODUCER DISCUSSION</a:t>
            </a:r>
          </a:p>
          <a:p>
            <a:r>
              <a:t>A demanding creative project deserves a funded team.</a:t>
            </a:r>
          </a:p>
          <a:p/>
          <a:p/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The founding functions.</a:t>
            </a:r>
          </a:p>
          <a:p/>
          <a:p>
            <a:r>
              <a:t>Proposed roles—not proof of accepted hours or production capacity.</a:t>
            </a:r>
          </a:p>
          <a:p/>
          <a:p>
            <a:r>
              <a:t>Artistic + relationships / Curatorial thesis, artists, galleries and market credibility.</a:t>
            </a:r>
          </a:p>
          <a:p>
            <a:r>
              <a:t>Product + program / Digital/service requirements, evidence and cross-functional coordination.</a:t>
            </a:r>
          </a:p>
          <a:p>
            <a:r>
              <a:t>Brand + design / Positioning, identity and coherent physical/digital communication.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The first essential additions.</a:t>
            </a:r>
          </a:p>
          <a:p/>
          <a:p>
            <a:r>
              <a:t>Competence and actual availability matter more than a celebrity name.</a:t>
            </a:r>
          </a:p>
          <a:p/>
          <a:p>
            <a:r>
              <a:t>Executive producer / Comparable complex-venue delivery; authority and stop rights.</a:t>
            </a:r>
          </a:p>
          <a:p>
            <a:r>
              <a:t>Collector lead / Qualified demand, appointments, seller conversion and service.</a:t>
            </a:r>
          </a:p>
          <a:p>
            <a:r>
              <a:t>Finance/controller / Cash, restrictions, contracts, reconciliation and independent challenge.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Pay for defined work. Add upside thoughtfully.</a:t>
            </a:r>
          </a:p>
          <a:p/>
          <a:p>
            <a:r>
              <a:t>The model is funded professional scopes with optional defined performance/profit participation.</a:t>
            </a:r>
          </a:p>
          <a:p/>
          <a:p>
            <a:r>
              <a:t>No indefinite unpaid-production expectation.</a:t>
            </a:r>
          </a:p>
          <a:p>
            <a:r>
              <a:t>Classification, fees, rights, milestones and cancellation agreed.</a:t>
            </a:r>
          </a:p>
          <a:p>
            <a:r>
              <a:t>Founder equity and an event bonus are different matters.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A bounded discovery stage.</a:t>
            </a:r>
          </a:p>
          <a:p/>
          <a:p>
            <a:r>
              <a:t>No engagement begins without scope and usable funds.</a:t>
            </a:r>
          </a:p>
          <a:p/>
          <a:p>
            <a:r>
              <a:t>$75,000 / Discovery underwriting target</a:t>
            </a:r>
          </a:p>
          <a:p>
            <a:r>
              <a:t>$70,000 / Defined work envelope</a:t>
            </a:r>
          </a:p>
          <a:p>
            <a:r>
              <a:t>6 weeks / Proposed evidence/decision period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Later core fee envelopes.</a:t>
            </a:r>
          </a:p>
          <a:p/>
          <a:p>
            <a:r>
              <a:t>Scope illustrations, not offers, salaries or unlimited hours.</a:t>
            </a:r>
          </a:p>
          <a:p/>
          <a:p>
            <a:r>
              <a:t>$260,000 / Core-team delivery fees</a:t>
            </a:r>
          </a:p>
          <a:p>
            <a:r>
              <a:t>$200,000 / Artist/program fees</a:t>
            </a:r>
          </a:p>
          <a:p>
            <a:r>
              <a:t>$1,550,000 / Total proposed core cost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A complex site, sized to evidence.</a:t>
            </a:r>
          </a:p>
          <a:p/>
          <a:p>
            <a:r>
              <a:t>Core planning unit: 60 functional spaces, with contained/expanded alternatives.</a:t>
            </a:r>
          </a:p>
          <a:p/>
          <a:p>
            <a:r>
              <a:t>24 / Gallery rooms</a:t>
            </a:r>
          </a:p>
          <a:p>
            <a:r>
              <a:t>12 / Artist salons</a:t>
            </a:r>
          </a:p>
          <a:p>
            <a:r>
              <a:t>6 / Signature briefs</a:t>
            </a:r>
          </a:p>
          <a:p>
            <a:r>
              <a:t>18 / Learning, common and support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Professional partners to investigate.</a:t>
            </a:r>
          </a:p>
          <a:p/>
          <a:p>
            <a:r>
              <a:t>Research candidates only; no appointment or endorsement.</a:t>
            </a:r>
          </a:p>
          <a:p/>
          <a:p>
            <a:r>
              <a:t>Two Parts / Potential production discovery.</a:t>
            </a:r>
          </a:p>
          <a:p>
            <a:r>
              <a:t>Jensen Hughes / Potential local code/accessibility/fire scope.</a:t>
            </a:r>
          </a:p>
          <a:p>
            <a:r>
              <a:t>UOVO Denver / Potential art-handling/logistics scope.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Decisions before irreversible exposure.</a:t>
            </a:r>
          </a:p>
          <a:p/>
          <a:p>
            <a:r>
              <a:t>Actual source, cash and site evidence control the calendar.</a:t>
            </a:r>
          </a:p>
          <a:p/>
          <a:p>
            <a:r>
              <a:t>G0–G1 / Fund discovery; establish site feasibility.</a:t>
            </a:r>
          </a:p>
          <a:p>
            <a:r>
              <a:t>G2–G3 / Accept delivery roles; prove launch finance/site path.</a:t>
            </a:r>
          </a:p>
          <a:p>
            <a:r>
              <a:t>G4–G5 / Fund/clear program and authorize build.</a:t>
            </a:r>
          </a:p>
          <a:p>
            <a:r>
              <a:t>G6–G7 / Rehearse, inspect and open only ready approved areas.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A week designed for different needs.</a:t>
            </a:r>
          </a:p>
          <a:p/>
          <a:p>
            <a:r>
              <a:t>Proposed August 9–15, 2027, with preparation/restoration separately funded.</a:t>
            </a:r>
          </a:p>
          <a:p/>
          <a:p>
            <a:r>
              <a:t>PREVIEW / Orientation and professional attention.</a:t>
            </a:r>
          </a:p>
          <a:p>
            <a:r>
              <a:t>PUBLIC / Five days of free core art and optional deeper programs.</a:t>
            </a:r>
          </a:p>
          <a:p>
            <a:r>
              <a:t>CLOSE / Art care, restoration, settlement and learning.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Scope the role you can truly own.</a:t>
            </a:r>
          </a:p>
          <a:p/>
          <a:p>
            <a:r>
              <a:t>Next step: an authorized paid-discovery conversation about competence, availability, cost, authority and risk.</a:t>
            </a:r>
          </a:p>
          <a:p/>
          <a:p>
            <a:r>
              <a:t>Bring comparable delivered-work evidence and references.</a:t>
            </a:r>
          </a:p>
          <a:p>
            <a:r>
              <a:t>Identify the conditions you need to deliver well.</a:t>
            </a:r>
          </a:p>
          <a:p>
            <a:r>
              <a:t>Agree funded scope before recruitment or public credit.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producers, specialist leads and potential co-producers</a:t>
            </a:r>
          </a:p>
          <a:p>
            <a:r>
              <a:t>Evidence and terms remain visible.</a:t>
            </a:r>
          </a:p>
          <a:p/>
          <a:p>
            <a:r>
              <a:t>The plan includes 365 daily records, 53 weekly records, model inputs and program/rights/operations drafts.</a:t>
            </a:r>
          </a:p>
          <a:p/>
          <a:p>
            <a:r>
              <a:t>Candidate biographies do not establish capacity or willingness.</a:t>
            </a:r>
          </a:p>
          <a:p>
            <a:r>
              <a:t>No staffing, fee, equity or profit-share agreement is made by this deck.</a:t>
            </a:r>
          </a:p>
          <a:p>
            <a:r>
              <a:t>Actual accepted roles and private counterpart details belong in controlled operational records.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ede0619/taosarts/blob/main/Denver/Common-Altitude-2027/RESEARCH.md" TargetMode="Externa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TEAM + CO-PRODUCER DISCUSSION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 demanding creative project deserves a funded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The founding functions.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Proposed roles—not proof of accepted hours or production capacity.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Artistic +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relationships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Curatorial thesis, artists,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galleries and market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credibility.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Product +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Digital/service requirements,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evidence and cross-functional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coordination.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Brand +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Positioning, identity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coherent physical/digital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communication.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The first essential additions.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Competence and actual availability matter more than a celebrity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Executive producer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Comparable complex-venue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delivery; authority and stop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rights.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Collector 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Qualified demand,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appointments, 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conversion and service.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Finance/controller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Cash, restrictions, contracts,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reconciliation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independent challenge.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Pay for defined work.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Add upside thoughtfully.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model is funded professional scopes with optional defined performance/profit participation.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1792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190494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No indefinite unpaid-production expectation.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01972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574540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Classification, fees, rights, milestones and cancellation agreed.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98601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958586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Founder equity and an event bonus are different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bounded discovery stage.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 engagement begins without scope and usable funds.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Discovery underwriting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Defined work envelope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6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Proposed evidence/decision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period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Later core fee envelopes.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Scope illustrations, not offers, salaries or unlimited hours.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$260,000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Core-team delivery fees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$200,000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Artist/program fees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$1,550,000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Total proposed core cost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complex site, sized to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Core planning unit: 60 functional spaces, with contained/expanded alternatives.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0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71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002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718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150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86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718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50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866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002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71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434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15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86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0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86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71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43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15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86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0" y="2852928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080" y="2926080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Gallery rooms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75354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84080" y="4048506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Artist salons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0" y="5097779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5170931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Signature briefs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0" y="6220205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6293357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Learning, common and support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7251192"/>
            <a:ext cx="7132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151A22"/>
                </a:solidFill>
                <a:latin typeface="Arial"/>
              </a:defRPr>
            </a:pPr>
            <a:r>
              <a:t>CONCEPTUAL FUNCTION GRID / NOT A SURVEYED FLOOR PLAN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Professional partners to investigate.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Research candidates only; no appointment or endorsement.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Two 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Potential production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discovery.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Jensen Hughes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Potential local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code/accessibility/fire scope.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UOVO Denver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Potential art-handling/logistics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scope.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Decisions before irreversible exposure.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Actual source, cash and site evidence control the calendar.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G0–G1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 discovery;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establish site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feasibility.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G2–G3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Accept delivery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roles; prove launch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finance/site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G4–G5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Fund/clear program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authorize build.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G6–G7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Rehearse, inspect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open only ready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approved areas.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week designed for different needs.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Proposed August 9–15, 2027, with preparation/restoration separately funded.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Orientation and professional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attention.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Five days of free core art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optional deeper programs.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 care, restoration,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settlement and learning.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Scope the role you can truly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50184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Next step: an authorized paid-discovery conversation about competence,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availability, cost, authority and risk.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958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25958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Bring comparable delivered-work evidence and references.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9110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99110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Identify the conditions you need to deliver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7226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7226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Agree funded scope before recruitment or public credit.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EXECUTIVE PRODUCERS, SPECIALIST LEADS AND POTENTIAL CO-PRODUCERS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Evidence and terms remain 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plan includes 365 daily records, 53 weekly records, model inputs and program/rights/operations drafts.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2852928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Candidate biographies do not establish capacity or willingness.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7692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234440" y="4349496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No staffing, fee, equity or profit-share agreement is made by this deck.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87349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2"/>
          </p:cNvPr>
          <p:cNvSpPr txBox="1"/>
          <p:nvPr/>
        </p:nvSpPr>
        <p:spPr>
          <a:xfrm>
            <a:off x="1234440" y="5846063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Actual accepted roles and private counterpart details belong in controlled operational records.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 — Executive producers, specialist leads and potential co-producers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