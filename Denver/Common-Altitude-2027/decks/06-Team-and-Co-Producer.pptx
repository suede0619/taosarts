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COMMON ALTITUDE</a:t>
            </a:r>
          </a:p>
          <a:p/>
          <a:p>
            <a:r>
              <a:t>TEAM AND CO-PRODUCER DISCUSSION</a:t>
            </a:r>
          </a:p>
          <a:p>
            <a:r>
              <a:t>Paid scopes, roles and delivery requirements.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Proposed founding functions</a:t>
            </a:r>
          </a:p>
          <a:p/>
          <a:p>
            <a:r>
              <a:t>Hours, fees, availability and authority still need agreement.</a:t>
            </a:r>
          </a:p>
          <a:p/>
          <a:p>
            <a:r>
              <a:t>Artistic + relationships / Curatorial thesis, artists, galleries and market credibility.</a:t>
            </a:r>
          </a:p>
          <a:p>
            <a:r>
              <a:t>Product + program / Digital/service requirements, evidence and cross-functional coordination.</a:t>
            </a:r>
          </a:p>
          <a:p>
            <a:r>
              <a:t>Brand + design / Positioning, identity and coherent physical/digital communication.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First specialist roles</a:t>
            </a:r>
          </a:p>
          <a:p/>
          <a:p>
            <a:r>
              <a:t>The project needs experienced delivery, collector sales and finance leads.</a:t>
            </a:r>
          </a:p>
          <a:p/>
          <a:p>
            <a:r>
              <a:t>Executive producer / Comparable complex-venue delivery. Authority and stop rights.</a:t>
            </a:r>
          </a:p>
          <a:p>
            <a:r>
              <a:t>Collector lead / Qualified demand, appointments, seller conversion and service.</a:t>
            </a:r>
          </a:p>
          <a:p>
            <a:r>
              <a:t>Finance/controller / Cash, restrictions, contracts, reconciliation and independent challenge.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Fees, scope and additional bonuses</a:t>
            </a:r>
          </a:p>
          <a:p/>
          <a:p>
            <a:r>
              <a:t>Agree funded work first. Define any performance or profit participation separately.</a:t>
            </a:r>
          </a:p>
          <a:p/>
          <a:p>
            <a:r>
              <a:t>No indefinite unpaid-production expectation.</a:t>
            </a:r>
          </a:p>
          <a:p>
            <a:r>
              <a:t>Classification, fees, rights, milestones and cancellation agreed.</a:t>
            </a:r>
          </a:p>
          <a:p>
            <a:r>
              <a:t>Founder equity and an event bonus are different matters.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Paid discovery stage</a:t>
            </a:r>
          </a:p>
          <a:p/>
          <a:p>
            <a:r>
              <a:t>Begin work only after agreeing the scope and securing usable funds.</a:t>
            </a:r>
          </a:p>
          <a:p/>
          <a:p>
            <a:r>
              <a:t>$75,000 / Discovery underwriting target</a:t>
            </a:r>
          </a:p>
          <a:p>
            <a:r>
              <a:t>$70,000 / Defined work envelope</a:t>
            </a:r>
          </a:p>
          <a:p>
            <a:r>
              <a:t>6 weeks / Proposed evidence/decision period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Core delivery fee budgets</a:t>
            </a:r>
          </a:p>
          <a:p/>
          <a:p>
            <a:r>
              <a:t>These proposed amounts need contracts, hours and worker-classification review.</a:t>
            </a:r>
          </a:p>
          <a:p/>
          <a:p>
            <a:r>
              <a:t>$260,000 / Core-team delivery fees</a:t>
            </a:r>
          </a:p>
          <a:p>
            <a:r>
              <a:t>$200,000 / Artist/program fees</a:t>
            </a:r>
          </a:p>
          <a:p>
            <a:r>
              <a:t>$1,550,000 / Total proposed core cost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Proposed allocation of 60 spaces</a:t>
            </a:r>
          </a:p>
          <a:p/>
          <a:p>
            <a:r>
              <a:t>Site evidence must support the footprint. Smaller and larger options need separate budgets.</a:t>
            </a:r>
          </a:p>
          <a:p/>
          <a:p>
            <a:r>
              <a:t>24 / Gallery rooms</a:t>
            </a:r>
          </a:p>
          <a:p>
            <a:r>
              <a:t>12 / Artist salons</a:t>
            </a:r>
          </a:p>
          <a:p>
            <a:r>
              <a:t>6 / Signature briefs</a:t>
            </a:r>
          </a:p>
          <a:p>
            <a:r>
              <a:t>18 / Learning, common and support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Professional candidates</a:t>
            </a:r>
          </a:p>
          <a:p/>
          <a:p>
            <a:r>
              <a:t>The project has appointed none of these candidates.</a:t>
            </a:r>
          </a:p>
          <a:p/>
          <a:p>
            <a:r>
              <a:t>Two Parts / Potential production discovery.</a:t>
            </a:r>
          </a:p>
          <a:p>
            <a:r>
              <a:t>Jensen Hughes / Potential local code/accessibility/fire scope.</a:t>
            </a:r>
          </a:p>
          <a:p>
            <a:r>
              <a:t>UOVO Denver / Potential art-handling/logistics scope.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Funding and approval sequence</a:t>
            </a:r>
          </a:p>
          <a:p/>
          <a:p>
            <a:r>
              <a:t>Site evidence, usable cash and accepted responsibilities control the schedule.</a:t>
            </a:r>
          </a:p>
          <a:p/>
          <a:p>
            <a:r>
              <a:t>G0–G1 / Fund discovery. Establish site feasibility.</a:t>
            </a:r>
          </a:p>
          <a:p>
            <a:r>
              <a:t>G2–G3 / Accept delivery roles. Prove launch finance/site path.</a:t>
            </a:r>
          </a:p>
          <a:p>
            <a:r>
              <a:t>G4–G5 / Fund/clear program and authorize build.</a:t>
            </a:r>
          </a:p>
          <a:p>
            <a:r>
              <a:t>G6–G7 / Rehearse, inspect and open only ready approved areas.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Preview, public days and close</a:t>
            </a:r>
          </a:p>
          <a:p/>
          <a:p>
            <a:r>
              <a:t>The proposed week runs August 9–15, 2027. Budget preparation and restoration separately.</a:t>
            </a:r>
          </a:p>
          <a:p/>
          <a:p>
            <a:r>
              <a:t>PREVIEW / Orientation and professional attention.</a:t>
            </a:r>
          </a:p>
          <a:p>
            <a:r>
              <a:t>PUBLIC / Five days of free core art and optional deeper programs.</a:t>
            </a:r>
          </a:p>
          <a:p>
            <a:r>
              <a:t>CLOSE / Art care, restoration, settlement and learning.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Role and capacity discussion</a:t>
            </a:r>
          </a:p>
          <a:p/>
          <a:p>
            <a:r>
              <a:t>A paid discovery scope would define competence, availability, cost, authority and risk.</a:t>
            </a:r>
          </a:p>
          <a:p/>
          <a:p>
            <a:r>
              <a:t>Bring comparable delivered-work evidence and references.</a:t>
            </a:r>
          </a:p>
          <a:p>
            <a:r>
              <a:t>Identify the conditions you need to deliver well.</a:t>
            </a:r>
          </a:p>
          <a:p>
            <a:r>
              <a:t>Agree funded scope before recruitment or public credit.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producers, specialist leads and potential co-producers</a:t>
            </a:r>
          </a:p>
          <a:p>
            <a:r>
              <a:t>Planning records and role agreements</a:t>
            </a:r>
          </a:p>
          <a:p/>
          <a:p>
            <a:r>
              <a:t>The package includes 365 daily actions, 53 weekly records and finance, program and operating documents.</a:t>
            </a:r>
          </a:p>
          <a:p/>
          <a:p>
            <a:r>
              <a:t>Candidate biographies do not establish capacity or willingness.</a:t>
            </a:r>
          </a:p>
          <a:p>
            <a:r>
              <a:t>This deck creates no staffing, fee, equity or profit-share agreement.</a:t>
            </a:r>
          </a:p>
          <a:p>
            <a:r>
              <a:t>Actual accepted roles and private counterpart details belong in controlled operational records.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TEAM AND CO-PRODUCER DISCUSSION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Paid scopes, roles and delivery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founding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Hours, fees, availability and authority still need agreement.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Artistic +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Curatorial thesis, artists,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galleries and market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credibility.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Product +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Digital/service requirements,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evidence and cross-functional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coordination.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Brand +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Positioning, identity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coherent physical/digital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communication.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First specialist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needs experienced delivery, collector sales and finance leads.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Executive 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Comparable complex-venue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delivery. Authority and stop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Collector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Qualified demand,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appointments, 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conversion and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Finance/controller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Cash, restrictions, contracts,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reconciliation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independent challenge.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Fees, scope and additional bonuses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Agree funded work first. Define any performance or profit participation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No indefinite unpaid-production expectation.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Classification, fees, rights, milestones and cancellation agreed.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Founder equity and an event bonus are different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Paid discovery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Begin work only after agreeing the scope and securing usable funds.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Discovery underwriting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Defined work envelope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Proposed evidence/decision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Core delivery fee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These proposed amounts need contracts, hours and worker-classification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$260,000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Core-team delivery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Artist/program fees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$1,550,000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Total proposed core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allocation of 60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Site evidence must support the footprint. Smaller and larger options need separate budgets.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002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718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002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00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71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15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6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2852928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926080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Gallery rooms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975354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048506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Artist salons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097779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170931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Signature briefs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6220205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6293357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Learning, common and support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7251192"/>
            <a:ext cx="71323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1A22"/>
                </a:solidFill>
                <a:latin typeface="Arial"/>
              </a:defRPr>
            </a:pPr>
            <a:r>
              <a:t>PROPOSED PROGRAM FUNCTIONS / SITE SURVEY PENDING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Professional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has appointed none of these candidates.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Two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Potential production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discovery.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Jensen Hughes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Potential local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code/accessibility/fire scope.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UOVO Denver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Potential art-handling/logistics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Funding and approval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Site evidence, usable cash and accepted responsibilities control the schedule.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G0–G1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 discovery.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Establish site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feasibility.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G2–G3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Accept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roles. Prove launch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finance/site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G4–G5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Fund/clear program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authorize build.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G6–G7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Rehearse, inspect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open only ready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areas.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Preview, public days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proposed week runs August 9–15, 2027. Budget preparation and restoration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Orientation and professional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Five days of free core art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optional deeper programs.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 care, restoration,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settlement and learning.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Role and capacity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0912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 paid discovery scope would define competence, availability, cost,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authority and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605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605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Bring comparable delivered-work evidence and references.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Identify the conditions you need to deliver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62356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Agree funded scope before recruitment or public credit.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EXECUTIVE PRODUCERS, SPECIALIST LEADS AND POTENTIAL CO-PRODUCERS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Planning records and role 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package includes 365 daily actions, 53 weekly records and finance, program and operating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Candidate biographies do not establish capacity or willingness.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This deck creates no staffing, fee, equity or profit-share agreement.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Actual accepted roles and private counterpart details belong in controlled operational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ALTITUDE. Executive producers, specialist leads and potential co-producers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