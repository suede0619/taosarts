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Artists, galleries, dealers and curatorial partners</a:t>
            </a:r>
          </a:p>
          <a:p>
            <a:r>
              <a:t>COMMON ALTITUDE</a:t>
            </a:r>
          </a:p>
          <a:p/>
          <a:p>
            <a:r>
              <a:t>OFFICE OF THE IMPOSSIBLE</a:t>
            </a:r>
          </a:p>
          <a:p>
            <a:r>
              <a:t>An invitation to help shape a new Denver art fair.</a:t>
            </a:r>
          </a:p>
          <a:p/>
          <a:p/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Artists, galleries, dealers and curatorial partners</a:t>
            </a:r>
          </a:p>
          <a:p>
            <a:r>
              <a:t>A proposed Denver art fair</a:t>
            </a:r>
          </a:p>
          <a:p/>
          <a:p>
            <a:r>
              <a:t>Artists and galleries would present work for sale alongside commissions and free public programs.</a:t>
            </a:r>
          </a:p>
          <a:p/>
          <a:p>
            <a:r>
              <a:t>Proposed August 9–15, 2027.</a:t>
            </a:r>
          </a:p>
          <a:p>
            <a:r>
              <a:t>Free core art discovery across a carefully approved site.</a:t>
            </a:r>
          </a:p>
          <a:p>
            <a:r>
              <a:t>Participation, venue and dates remain unconfirmed.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Artists, galleries, dealers and curatorial partners</a:t>
            </a:r>
          </a:p>
          <a:p>
            <a:r>
              <a:t>Three types of art presentation</a:t>
            </a:r>
          </a:p>
          <a:p/>
          <a:p>
            <a:r>
              <a:t>Artists and curators develop their own work within the event theme.</a:t>
            </a:r>
          </a:p>
          <a:p/>
          <a:p>
            <a:r>
              <a:t>Gallery rooms / Edited presentations with trusted sellers and excellent information.</a:t>
            </a:r>
          </a:p>
          <a:p>
            <a:r>
              <a:t>Artist salons / Paid, supported direct-artist spaces with clear seller authority.</a:t>
            </a:r>
          </a:p>
          <a:p>
            <a:r>
              <a:t>Signature works / Funded commissions/loans sized to actual site and budget.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Artists, galleries, dealers and curatorial partners</a:t>
            </a:r>
          </a:p>
          <a:p>
            <a:r>
              <a:t>Proposed allocation of 60 spaces</a:t>
            </a:r>
          </a:p>
          <a:p/>
          <a:p>
            <a:r>
              <a:t>A survey and site approval must establish how these functions fit.</a:t>
            </a:r>
          </a:p>
          <a:p/>
          <a:p>
            <a:r>
              <a:t>24 / Gallery presentations</a:t>
            </a:r>
          </a:p>
          <a:p>
            <a:r>
              <a:t>12 / Direct-artist salons</a:t>
            </a:r>
          </a:p>
          <a:p>
            <a:r>
              <a:t>6 / Signature briefs</a:t>
            </a:r>
          </a:p>
          <a:p>
            <a:r>
              <a:t>18 / Learning, common and support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Artists, galleries, dealers and curatorial partners</a:t>
            </a:r>
          </a:p>
          <a:p>
            <a:r>
              <a:t>Artist fees and sale proceeds</a:t>
            </a:r>
          </a:p>
          <a:p/>
          <a:p>
            <a:r>
              <a:t>The proposal charges zero organizer art commission and budgets pay for commissioned work.</a:t>
            </a:r>
          </a:p>
          <a:p/>
          <a:p>
            <a:r>
              <a:t>Seller proceeds / The seller receives sale proceeds and discloses representation, tax and external costs.</a:t>
            </a:r>
          </a:p>
          <a:p>
            <a:r>
              <a:t>Paid work / Pay for commissions, teaching and direct-artist work through funded contracts.</a:t>
            </a:r>
          </a:p>
          <a:p>
            <a:r>
              <a:t>Fair selection / Payment does not purchase curatorial inclusion or favorable interpretation.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Artists, galleries, dealers and curatorial partners</a:t>
            </a:r>
          </a:p>
          <a:p>
            <a:r>
              <a:t>Optional gallery services</a:t>
            </a:r>
          </a:p>
          <a:p/>
          <a:p>
            <a:r>
              <a:t>Define the deliverables and refund terms, then test whether galleries will buy the package.</a:t>
            </a:r>
          </a:p>
          <a:p/>
          <a:p>
            <a:r>
              <a:t>$7,500 / Proposed service-package price</a:t>
            </a:r>
          </a:p>
          <a:p>
            <a:r>
              <a:t>24 / Package-purchase assumption. Demand remains unknown</a:t>
            </a:r>
          </a:p>
          <a:p>
            <a:r>
              <a:t>0% / Proposed organizer art commission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Artists, galleries, dealers and curatorial partners</a:t>
            </a:r>
          </a:p>
          <a:p>
            <a:r>
              <a:t>Direct-artist salons and stipends</a:t>
            </a:r>
          </a:p>
          <a:p/>
          <a:p>
            <a:r>
              <a:t>These fee budgets need accepted scopes and funding before any commission.</a:t>
            </a:r>
          </a:p>
          <a:p/>
          <a:p>
            <a:r>
              <a:t>12 / Direct-artist salons</a:t>
            </a:r>
          </a:p>
          <a:p>
            <a:r>
              <a:t>$30,000 / Combined salon stipend envelope</a:t>
            </a:r>
          </a:p>
          <a:p>
            <a:r>
              <a:t>$200,000 / Total artist/program-fee envelope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Artists, galleries, dealers and curatorial partners</a:t>
            </a:r>
          </a:p>
          <a:p>
            <a:r>
              <a:t>Catalog and buyer targets</a:t>
            </a:r>
          </a:p>
          <a:p/>
          <a:p>
            <a:r>
              <a:t>Confirm seller authority, image rights and stock before publishing work.</a:t>
            </a:r>
          </a:p>
          <a:p/>
          <a:p>
            <a:r>
              <a:t>300 / Cleared saleable work-record target</a:t>
            </a:r>
          </a:p>
          <a:p>
            <a:r>
              <a:t>600 / Qualified collector-household target</a:t>
            </a:r>
          </a:p>
          <a:p>
            <a:r>
              <a:t>$3m / Completed art GMV target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Artists, galleries, dealers and curatorial partners</a:t>
            </a:r>
          </a:p>
          <a:p>
            <a:r>
              <a:t>Preview, public and learning programs</a:t>
            </a:r>
          </a:p>
          <a:p/>
          <a:p>
            <a:r>
              <a:t>The proposed week gives buyers appointment time and visitors free access to core art.</a:t>
            </a:r>
          </a:p>
          <a:p/>
          <a:p>
            <a:r>
              <a:t>PREVIEW / Advisers, artist/seller orientation and press.</a:t>
            </a:r>
          </a:p>
          <a:p>
            <a:r>
              <a:t>PUBLIC DAYS / Free core art, conversation and informed acquisition.</a:t>
            </a:r>
          </a:p>
          <a:p>
            <a:r>
              <a:t>MAKING + EVENINGS / Paid educators and artist-authored special programs.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Artists, galleries, dealers and curatorial partners</a:t>
            </a:r>
          </a:p>
          <a:p>
            <a:r>
              <a:t>Artwork care and seller service</a:t>
            </a:r>
          </a:p>
          <a:p/>
          <a:p>
            <a:r>
              <a:t>The producer, registrar and seller must agree each responsibility.</a:t>
            </a:r>
          </a:p>
          <a:p/>
          <a:p>
            <a:r>
              <a:t>Before / Rights, condition, value, packing, rider and installation.</a:t>
            </a:r>
          </a:p>
          <a:p>
            <a:r>
              <a:t>During / Accurate availability, human help and seller-led transactions.</a:t>
            </a:r>
          </a:p>
          <a:p>
            <a:r>
              <a:t>After / Controlled release, delivery support and completion records.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Artists, galleries, dealers and curatorial partners</a:t>
            </a:r>
          </a:p>
          <a:p>
            <a:r>
              <a:t>Artist rights and selection rules</a:t>
            </a:r>
          </a:p>
          <a:p/>
          <a:p>
            <a:r>
              <a:t>Researching a name grants no rights or participation commitment.</a:t>
            </a:r>
          </a:p>
          <a:p/>
          <a:p>
            <a:r>
              <a:t>Authorship / Artist-led brief and approved interpretation.</a:t>
            </a:r>
          </a:p>
          <a:p>
            <a:r>
              <a:t>Licensing / Specific channels, crops, recording, credits and expiry.</a:t>
            </a:r>
          </a:p>
          <a:p>
            <a:r>
              <a:t>Conflicts / Disclosed representation and selection recusals.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Artists, galleries, dealers and curatorial partners</a:t>
            </a:r>
          </a:p>
          <a:p>
            <a:r>
              <a:t>Partner invitation sequence</a:t>
            </a:r>
          </a:p>
          <a:p/>
          <a:p>
            <a:r>
              <a:t>Secure authority and funds before taking deposits, accepting work or announcing participation.</a:t>
            </a:r>
          </a:p>
          <a:p/>
          <a:p>
            <a:r>
              <a:t>NOW / Scoped feasibility and value testing.</a:t>
            </a:r>
          </a:p>
          <a:p>
            <a:r>
              <a:t>SOON / Conditional room/seller proposals.</a:t>
            </a:r>
          </a:p>
          <a:p>
            <a:r>
              <a:t>MIDDLE / Funded work/loan/commission agreements.</a:t>
            </a:r>
          </a:p>
          <a:p>
            <a:r>
              <a:t>LATER / Cleared catalogue, installation and service rehearsal.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Artists, galleries, dealers and curatorial partners</a:t>
            </a:r>
          </a:p>
          <a:p>
            <a:r>
              <a:t>Room and artwork proposals</a:t>
            </a:r>
          </a:p>
          <a:p/>
          <a:p>
            <a:r>
              <a:t>A paid or appropriately scoped discussion would establish work, terms and delivery needs.</a:t>
            </a:r>
          </a:p>
          <a:p/>
          <a:p>
            <a:r>
              <a:t>Tell us the work, buyer and practical conditions that matter.</a:t>
            </a:r>
          </a:p>
          <a:p>
            <a:r>
              <a:t>Develop an artist-led presentation with clear economics.</a:t>
            </a:r>
          </a:p>
          <a:p>
            <a:r>
              <a:t>Agree rights, responsibilities and funding before public inclusion.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Artists, galleries, dealers and curatorial partners</a:t>
            </a:r>
          </a:p>
          <a:p>
            <a:r>
              <a:t>Candidate research and status</a:t>
            </a:r>
          </a:p>
          <a:p/>
          <a:p>
            <a:r>
              <a:t>The project has contacted none of the 72 researched candidates.</a:t>
            </a:r>
          </a:p>
          <a:p/>
          <a:p>
            <a:r>
              <a:t>The document repository lists official artist, gallery and institution sources.</a:t>
            </a:r>
          </a:p>
          <a:p>
            <a:r>
              <a:t>Image rights, inventory, fees and availability require direct agreement.</a:t>
            </a:r>
          </a:p>
          <a:p>
            <a:r>
              <a:t>Venue/date and operating economics remain proposal assumptions.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uede0619/taosarts/blob/main/Denver/Common-Altitude-2027/RESEARCH.md" TargetMode="Externa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344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FF5F"/>
                </a:solidFill>
                <a:latin typeface="Arial"/>
              </a:defRPr>
            </a:pPr>
            <a:r>
              <a:t>ARTISTS, GALLERIES, DEALERS AND CURATORIAL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8686800" cy="2926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3F0E9"/>
                </a:solidFill>
                <a:latin typeface="Arial"/>
              </a:defRPr>
            </a:pPr>
            <a:r>
              <a:t>COMMON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3F0E9"/>
                </a:solidFill>
                <a:latin typeface="Arial"/>
              </a:defRPr>
            </a:pPr>
            <a:r>
              <a:t>ALTITUDE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00600"/>
            <a:ext cx="8138160" cy="150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OFFICE OF THE IMPOSSIBLE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An invitation to help shape a new Denver art fair.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1648205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1648205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99629" y="1648205"/>
            <a:ext cx="94731" cy="237506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05718" y="2561691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05718" y="2561691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46948" y="2561691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05718" y="6120902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5207416"/>
            <a:ext cx="1623974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675120"/>
            <a:ext cx="36576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6AAA6"/>
                </a:solidFill>
                <a:latin typeface="Arial"/>
              </a:defRPr>
            </a:pPr>
            <a:r>
              <a:t>ORIGINAL CONCEPT GRAPHIC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F0E9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ARTISTS, GALLERIES, DEALERS AND CURATORIAL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 proposed Denver art fair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Artists and galleries would present work for sale alongside commissions and free public programs.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52928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Proposed August 9–15, 2027.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76928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349496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Free core art discovery across a carefully approved site.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73496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5846063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Participation, venue and dates remain unconfirmed.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ARTISTS, GALLERIES, DEALERS AND CURATORIAL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Three types of art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Artists and curators develop their own work within the event theme.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Gallery rooms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Edited presentations with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trusted sellers and excellent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information.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Artist salons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Paid, supported direct-artist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spaces with clear seller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authority.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Signature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Funded commissions/loans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sized to actual site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ARTISTS, GALLERIES, DEALERS AND CURATORIAL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Proposed allocation of 60 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 survey and site approval must establish how these functions fit.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718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2852928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002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718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86600" y="3540252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227576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00200" y="4227576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0" y="4227576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71800" y="4227576"/>
            <a:ext cx="612648" cy="61417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150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86600" y="4227576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002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718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4914900"/>
            <a:ext cx="612648" cy="61417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0" y="4914900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15000" y="4914900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4914900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86600" y="4914900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" y="5602223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600200" y="5602223"/>
            <a:ext cx="612648" cy="614171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860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718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434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150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5602223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6002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860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718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576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434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150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086600" y="6289547"/>
            <a:ext cx="612648" cy="614171"/>
          </a:xfrm>
          <a:prstGeom prst="rect">
            <a:avLst/>
          </a:prstGeom>
          <a:solidFill>
            <a:srgbClr val="D8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0" y="2852928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51A22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2926080"/>
            <a:ext cx="3794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22"/>
                </a:solidFill>
                <a:latin typeface="Arial"/>
              </a:defRPr>
            </a:pPr>
            <a:r>
              <a:t>Gallery presentations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3975354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51A22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84080" y="4048506"/>
            <a:ext cx="3794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22"/>
                </a:solidFill>
                <a:latin typeface="Arial"/>
              </a:defRPr>
            </a:pPr>
            <a:r>
              <a:t>Direct-artist salons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12480" y="5097779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51A2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5170931"/>
            <a:ext cx="3794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22"/>
                </a:solidFill>
                <a:latin typeface="Arial"/>
              </a:defRPr>
            </a:pPr>
            <a:r>
              <a:t>Signature briefs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80" y="6220205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51A22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84080" y="6293357"/>
            <a:ext cx="37947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51A22"/>
                </a:solidFill>
                <a:latin typeface="Arial"/>
              </a:defRPr>
            </a:pPr>
            <a:r>
              <a:t>Learning, common and support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" y="7251192"/>
            <a:ext cx="71323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51A22"/>
                </a:solidFill>
                <a:latin typeface="Arial"/>
              </a:defRPr>
            </a:pPr>
            <a:r>
              <a:t>PROPOSED PROGRAM FUNCTIONS / SITE SURVEY PENDING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ARTISTS, GALLERIES, DEALERS AND CURATORIAL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Artist fees and sale proceeds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proposal charges zero organizer art commission and budgets pay for commissioned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Seller proceeds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The seller receives sale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proceeds and discloses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representation, tax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external costs.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Paid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Pay for commissions,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teaching and direct-artist work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through funded contracts.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Fair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Payment does not purchase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curatorial inclusion or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favorable interpretation.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ARTISTS, GALLERIES, DEALERS AND CURATORIAL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Optional gallery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Define the deliverables and refund terms, then test whether galleries will buy the package.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$7,500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Proposed service-package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price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Package-purchase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assumption. Demand remains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Proposed organizer art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commission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ARTISTS, GALLERIES, DEALERS AND CURATORIAL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Direct-artist salons and stipends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These fee budgets need accepted scopes and funding before any commission.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Direct-artist salons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$30,000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Combined salon stipend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envelope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$200,000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Total artist/program-fee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envelope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ARTISTS, GALLERIES, DEALERS AND CURATORIAL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Catalog and buyer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Confirm seller authority, image rights and stock before publishing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Cleared saleable work-record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Qualified collector-household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Completed art GMV 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ARTISTS, GALLERIES, DEALERS AND CURATORIAL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Preview, public and learning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proposed week gives buyers appointment time and visitors free access to core art.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Advisers, artist/seller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orientation and press.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PUBLIC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Free core art, conversation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and informed acquisition.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MAKING + EVENINGS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Paid educators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artist-authored special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programs.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ARTISTS, GALLERIES, DEALERS AND CURATORIAL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Artwork care and seller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producer, registrar and seller must agree each responsibility.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Rights, condition, value,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packing, rider and installation.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During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Accurate availability, human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help and seller-led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transactions.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Controlled release, delivery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support and completion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records.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ARTISTS, GALLERIES, DEALERS AND CURATORIAL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Artist rights and selection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Researching a name grants no rights or participation commitment.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Authorship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Artist-led brief and approved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interpretation.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Licensing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Specific channels, crops,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recording, credits and expiry.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Conflicts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Disclosed representation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selection recusals.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ARTISTS, GALLERIES, DEALERS AND CURATORIAL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Partner invitation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Secure authority and funds before taking deposits, accepting work or announcing participation.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3008376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Scoped feasibility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and value testing.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78808" y="2852928"/>
            <a:ext cx="3008376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SOON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Conditional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room/seller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proposals.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3216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43216" y="2852928"/>
            <a:ext cx="3008376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MIDDLE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Funded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work/loan/commission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agreements.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07624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07624" y="2852928"/>
            <a:ext cx="3008376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63656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LATER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63656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Cleared catalogue,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installation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service rehearsal.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344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FF5F"/>
                </a:solidFill>
                <a:latin typeface="Arial"/>
              </a:defRPr>
            </a:pPr>
            <a:r>
              <a:t>THE NEXT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418320" cy="2011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3F0E9"/>
                </a:solidFill>
                <a:latin typeface="Arial"/>
              </a:defRPr>
            </a:pPr>
            <a:r>
              <a:t>Room and artwork proposals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70912"/>
            <a:ext cx="96012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A paid or appropriately scoped discussion would establish work, terms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and delivery needs.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6052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16052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Tell us the work, buyer and practical conditions that matter.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9204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89204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Develop an artist-led presentation with clear economics.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62356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62356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Agree rights, responsibilities and funding before public inclusion.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40253" y="3931920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40253" y="3931920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793268" y="3931920"/>
            <a:ext cx="58792" cy="14740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928178" y="4498848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928178" y="4498848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381194" y="4498848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28178" y="6707767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340253" y="6140839"/>
            <a:ext cx="1007872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F0E9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ARTISTS, GALLERIES, DEALERS AND CURATORIAL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Candidate research and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project has contacted none of the 72 researched candidates.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1234440" y="2852928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The document repository lists official artist, gallery and institution sources.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76928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>
            <a:hlinkClick r:id="rId2"/>
          </p:cNvPr>
          <p:cNvSpPr txBox="1"/>
          <p:nvPr/>
        </p:nvSpPr>
        <p:spPr>
          <a:xfrm>
            <a:off x="1234440" y="4349496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Image rights, inventory, fees and availability require direct agreement.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73496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1234440" y="5846063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Venue/date and operating economics remain proposal assumptions.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ALTITUDE. Artists, galleries, dealers and curatorial partners</dc:title>
  <dc:subject>Conditional proposal for review, October 24 2026</dc:subject>
  <dc:creator>Common Altitude planning</dc:creator>
  <cp:keywords/>
  <dc:description>generated using python-pptx</dc:description>
  <cp:lastModifiedBy>Common Altitude planning</cp:lastModifiedBy>
  <cp:revision>1</cp:revision>
  <dcterms:created xsi:type="dcterms:W3CDTF">2013-01-27T09:14:16Z</dcterms:created>
  <dcterms:modified xsi:type="dcterms:W3CDTF">2013-01-27T09:15:58Z</dcterms:modified>
  <cp:category/>
</cp:coreProperties>
</file>