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Artists, galleries, dealers and curatorial partners</a:t>
            </a:r>
          </a:p>
          <a:p>
            <a:r>
              <a:t>COMMON ALTITUDE</a:t>
            </a:r>
          </a:p>
          <a:p/>
          <a:p>
            <a:r>
              <a:t>OFFICE OF THE IMPOSSIBLE</a:t>
            </a:r>
          </a:p>
          <a:p>
            <a:r>
              <a:t>An invitation to help shape a new Denver art fair.</a:t>
            </a:r>
          </a:p>
          <a:p/>
          <a:p/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Artists, galleries, dealers and curatorial partners</a:t>
            </a:r>
          </a:p>
          <a:p>
            <a:r>
              <a:t>A remarkable place to look. A useful place to sell.</a:t>
            </a:r>
          </a:p>
          <a:p/>
          <a:p>
            <a:r>
              <a:t>An artist-led exhibition and a serious acquisition market, with a generous public welcome.</a:t>
            </a:r>
          </a:p>
          <a:p/>
          <a:p>
            <a:r>
              <a:t>Proposed August 9–15, 2027.</a:t>
            </a:r>
          </a:p>
          <a:p>
            <a:r>
              <a:t>Free core art discovery across a carefully approved site.</a:t>
            </a:r>
          </a:p>
          <a:p>
            <a:r>
              <a:t>Participation, venue and dates remain unconfirmed.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Artists, galleries, dealers and curatorial partners</a:t>
            </a:r>
          </a:p>
          <a:p>
            <a:r>
              <a:t>A room should have a point of view.</a:t>
            </a:r>
          </a:p>
          <a:p/>
          <a:p>
            <a:r>
              <a:t>The theme is a framework for authorship, not a request to imitate a famous installation.</a:t>
            </a:r>
          </a:p>
          <a:p/>
          <a:p>
            <a:r>
              <a:t>Gallery rooms / Edited presentations with trusted sellers and excellent information.</a:t>
            </a:r>
          </a:p>
          <a:p>
            <a:r>
              <a:t>Artist salons / Paid, supported direct-artist spaces with clear seller authority.</a:t>
            </a:r>
          </a:p>
          <a:p>
            <a:r>
              <a:t>Signature works / Funded commissions/loans sized to actual site and budget.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Artists, galleries, dealers and curatorial partners</a:t>
            </a:r>
          </a:p>
          <a:p>
            <a:r>
              <a:t>A proposed 60-space edition.</a:t>
            </a:r>
          </a:p>
          <a:p/>
          <a:p>
            <a:r>
              <a:t>The functional inventory will be adapted to a surveyed approved footprint.</a:t>
            </a:r>
          </a:p>
          <a:p/>
          <a:p>
            <a:r>
              <a:t>24 / Gallery presentations</a:t>
            </a:r>
          </a:p>
          <a:p>
            <a:r>
              <a:t>12 / Direct-artist salons</a:t>
            </a:r>
          </a:p>
          <a:p>
            <a:r>
              <a:t>6 / Signature briefs</a:t>
            </a:r>
          </a:p>
          <a:p>
            <a:r>
              <a:t>18 / Learning, common and support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Artists, galleries, dealers and curatorial partners</a:t>
            </a:r>
          </a:p>
          <a:p>
            <a:r>
              <a:t>Artist economics in plain language.</a:t>
            </a:r>
          </a:p>
          <a:p/>
          <a:p>
            <a:r>
              <a:t>No organizer art commission is assumed in the proposal.</a:t>
            </a:r>
          </a:p>
          <a:p/>
          <a:p>
            <a:r>
              <a:t>Seller proceeds / Sales remain with the authorized seller; representation, tax and external costs are disclosed.</a:t>
            </a:r>
          </a:p>
          <a:p>
            <a:r>
              <a:t>Paid work / Commissions, teaching and direct-artist scopes are funded contracts, not exposure promises.</a:t>
            </a:r>
          </a:p>
          <a:p>
            <a:r>
              <a:t>Fair selection / Payment does not purchase curatorial inclusion or favorable interpretation.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Artists, galleries, dealers and curatorial partners</a:t>
            </a:r>
          </a:p>
          <a:p>
            <a:r>
              <a:t>A gallery-service offer to test.</a:t>
            </a:r>
          </a:p>
          <a:p/>
          <a:p>
            <a:r>
              <a:t>Optional paid services require a specific value proposition and agreed refund/earning terms.</a:t>
            </a:r>
          </a:p>
          <a:p/>
          <a:p>
            <a:r>
              <a:t>$7,500 / Illustrative premium-service package</a:t>
            </a:r>
          </a:p>
          <a:p>
            <a:r>
              <a:t>24 / Assumed package purchasers; uptake unvalidated</a:t>
            </a:r>
          </a:p>
          <a:p>
            <a:r>
              <a:t>0% / Proposed organizer art commission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Artists, galleries, dealers and curatorial partners</a:t>
            </a:r>
          </a:p>
          <a:p>
            <a:r>
              <a:t>Support direct artists.</a:t>
            </a:r>
          </a:p>
          <a:p/>
          <a:p>
            <a:r>
              <a:t>Proposed fee envelopes—not accepted commissions or guaranteed grants.</a:t>
            </a:r>
          </a:p>
          <a:p/>
          <a:p>
            <a:r>
              <a:t>12 / Direct-artist salons</a:t>
            </a:r>
          </a:p>
          <a:p>
            <a:r>
              <a:t>$30,000 / Combined salon stipend envelope</a:t>
            </a:r>
          </a:p>
          <a:p>
            <a:r>
              <a:t>$200,000 / Total artist/program-fee envelope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Artists, galleries, dealers and curatorial partners</a:t>
            </a:r>
          </a:p>
          <a:p>
            <a:r>
              <a:t>Build a purchase-ready catalogue.</a:t>
            </a:r>
          </a:p>
          <a:p/>
          <a:p>
            <a:r>
              <a:t>Targets depend on signed seller authority, rights and real inventory.</a:t>
            </a:r>
          </a:p>
          <a:p/>
          <a:p>
            <a:r>
              <a:t>300 / Cleared saleable work-record target</a:t>
            </a:r>
          </a:p>
          <a:p>
            <a:r>
              <a:t>600 / Qualified collector-household target</a:t>
            </a:r>
          </a:p>
          <a:p>
            <a:r>
              <a:t>$3m / Completed art GMV target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Artists, galleries, dealers and curatorial partners</a:t>
            </a:r>
          </a:p>
          <a:p>
            <a:r>
              <a:t>Public culture and serious looking.</a:t>
            </a:r>
          </a:p>
          <a:p/>
          <a:p>
            <a:r>
              <a:t>A proposed seven-day rhythm supports professional attention and broader discovery.</a:t>
            </a:r>
          </a:p>
          <a:p/>
          <a:p>
            <a:r>
              <a:t>PREVIEW / Advisers, artist/seller orientation and press.</a:t>
            </a:r>
          </a:p>
          <a:p>
            <a:r>
              <a:t>PUBLIC DAYS / Free core art, conversation and informed acquisition.</a:t>
            </a:r>
          </a:p>
          <a:p>
            <a:r>
              <a:t>MAKING + EVENINGS / Paid educators and artist-authored special programs.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Artists, galleries, dealers and curatorial partners</a:t>
            </a:r>
          </a:p>
          <a:p>
            <a:r>
              <a:t>Make the service worthy of the work.</a:t>
            </a:r>
          </a:p>
          <a:p/>
          <a:p>
            <a:r>
              <a:t>The producer/registrar/seller agreement defines responsibility.</a:t>
            </a:r>
          </a:p>
          <a:p/>
          <a:p>
            <a:r>
              <a:t>Before / Rights, condition, value, packing, rider and installation.</a:t>
            </a:r>
          </a:p>
          <a:p>
            <a:r>
              <a:t>During / Accurate availability, human help and seller-led transactions.</a:t>
            </a:r>
          </a:p>
          <a:p>
            <a:r>
              <a:t>After / Controlled release, delivery support and completion records.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Artists, galleries, dealers and curatorial partners</a:t>
            </a:r>
          </a:p>
          <a:p>
            <a:r>
              <a:t>Rights and independence.</a:t>
            </a:r>
          </a:p>
          <a:p/>
          <a:p>
            <a:r>
              <a:t>Nothing is acquired by placing a name on a research list.</a:t>
            </a:r>
          </a:p>
          <a:p/>
          <a:p>
            <a:r>
              <a:t>Authorship / Artist-led brief and approved interpretation.</a:t>
            </a:r>
          </a:p>
          <a:p>
            <a:r>
              <a:t>Licensing / Specific channels, crops, recording, credits and expiry.</a:t>
            </a:r>
          </a:p>
          <a:p>
            <a:r>
              <a:t>Conflicts / Disclosed representation and selection recusals.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Artists, galleries, dealers and curatorial partners</a:t>
            </a:r>
          </a:p>
          <a:p>
            <a:r>
              <a:t>A staged invitation.</a:t>
            </a:r>
          </a:p>
          <a:p/>
          <a:p>
            <a:r>
              <a:t>No deposits, artwork custody or public announcement before the relevant authority and funding.</a:t>
            </a:r>
          </a:p>
          <a:p/>
          <a:p>
            <a:r>
              <a:t>NOW / Scoped feasibility and value testing.</a:t>
            </a:r>
          </a:p>
          <a:p>
            <a:r>
              <a:t>SOON / Conditional room/seller proposals.</a:t>
            </a:r>
          </a:p>
          <a:p>
            <a:r>
              <a:t>MIDDLE / Funded work/loan/commission agreements.</a:t>
            </a:r>
          </a:p>
          <a:p>
            <a:r>
              <a:t>LATER / Cleared catalogue, installation and service rehearsal.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Artists, galleries, dealers and curatorial partners</a:t>
            </a:r>
          </a:p>
          <a:p>
            <a:r>
              <a:t>Consider a specific proposition.</a:t>
            </a:r>
          </a:p>
          <a:p/>
          <a:p>
            <a:r>
              <a:t>The next step is a scoped discussion, followed by a conditional room/work proposal if there is a fit.</a:t>
            </a:r>
          </a:p>
          <a:p/>
          <a:p>
            <a:r>
              <a:t>Tell us the work, buyer and practical conditions that matter.</a:t>
            </a:r>
          </a:p>
          <a:p>
            <a:r>
              <a:t>Develop an artist-led presentation with clear economics.</a:t>
            </a:r>
          </a:p>
          <a:p>
            <a:r>
              <a:t>Agree rights, responsibilities and funding before public inclusion.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Artists, galleries, dealers and curatorial partners</a:t>
            </a:r>
          </a:p>
          <a:p>
            <a:r>
              <a:t>Research is not a roster.</a:t>
            </a:r>
          </a:p>
          <a:p/>
          <a:p>
            <a:r>
              <a:t>72 geographically organized candidates inform the proposal; none is represented here as a committed partner.</a:t>
            </a:r>
          </a:p>
          <a:p/>
          <a:p>
            <a:r>
              <a:t>Official artist/gallery/institution sources are indexed in the document repository.</a:t>
            </a:r>
          </a:p>
          <a:p>
            <a:r>
              <a:t>Image rights, inventory, fees and availability require direct agreement.</a:t>
            </a:r>
          </a:p>
          <a:p>
            <a:r>
              <a:t>Venue/date and operating economics remain proposal assumptions.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Suede0619/taosarts/blob/main/Denver/Common-Altitude-2027/RESEARCH.md" TargetMode="Externa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23444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DCFF5F"/>
                </a:solidFill>
                <a:latin typeface="Arial"/>
              </a:defRPr>
            </a:pPr>
            <a:r>
              <a:t>ARTISTS, GALLERIES, DEALERS AND CURATORIAL PARTNERS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8686800" cy="2926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8000" b="1">
                <a:solidFill>
                  <a:srgbClr val="F3F0E9"/>
                </a:solidFill>
                <a:latin typeface="Arial"/>
              </a:defRPr>
            </a:pPr>
            <a:r>
              <a:t>COMMON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8000" b="1">
                <a:solidFill>
                  <a:srgbClr val="F3F0E9"/>
                </a:solidFill>
                <a:latin typeface="Arial"/>
              </a:defRPr>
            </a:pPr>
            <a:r>
              <a:t>ALTITUDE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800600"/>
            <a:ext cx="8138160" cy="1508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3F0E9"/>
                </a:solidFill>
                <a:latin typeface="Arial"/>
              </a:defRPr>
            </a:pPr>
            <a:r>
              <a:t>OFFICE OF THE IMPOSSIBLE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3F0E9"/>
                </a:solidFill>
                <a:latin typeface="Arial"/>
              </a:defRPr>
            </a:pPr>
            <a:r>
              <a:t>An invitation to help shape a new Denver art fair.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1648205"/>
            <a:ext cx="2435961" cy="9473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0" y="1648205"/>
            <a:ext cx="94731" cy="365394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399629" y="1648205"/>
            <a:ext cx="94731" cy="237506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005718" y="2561691"/>
            <a:ext cx="2435961" cy="9473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005718" y="2561691"/>
            <a:ext cx="94731" cy="365394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346948" y="2561691"/>
            <a:ext cx="94731" cy="365394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005718" y="6120902"/>
            <a:ext cx="2435961" cy="9473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5207416"/>
            <a:ext cx="1623974" cy="9473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0" y="6675120"/>
            <a:ext cx="365760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A6AAA6"/>
                </a:solidFill>
                <a:latin typeface="Arial"/>
              </a:defRPr>
            </a:pPr>
            <a:r>
              <a:t>ORIGINAL CONCEPT GRAPHIC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3F0E9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3F0E9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3F0E9"/>
                </a:solidFill>
                <a:latin typeface="Arial"/>
              </a:defRPr>
            </a:pPr>
            <a:r>
              <a:t>01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ARTISTS, GALLERIES, DEALERS AND CURATORIAL PARTNERS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A remarkable place to look.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A useful place to sell.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857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An artist-led exhibition and a serious acquisition market, with a generous public welcome.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217926"/>
            <a:ext cx="68580" cy="457200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3190494"/>
            <a:ext cx="12252960" cy="12651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51A22"/>
                </a:solidFill>
                <a:latin typeface="Arial"/>
              </a:defRPr>
            </a:pPr>
            <a:r>
              <a:t>Proposed August 9–15, 2027.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601972"/>
            <a:ext cx="68580" cy="457200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4574540"/>
            <a:ext cx="12252960" cy="12651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51A22"/>
                </a:solidFill>
                <a:latin typeface="Arial"/>
              </a:defRPr>
            </a:pPr>
            <a:r>
              <a:t>Free core art discovery across a carefully approved site.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5986018"/>
            <a:ext cx="68580" cy="457200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5958586"/>
            <a:ext cx="12252960" cy="12651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51A22"/>
                </a:solidFill>
                <a:latin typeface="Arial"/>
              </a:defRPr>
            </a:pPr>
            <a:r>
              <a:t>Participation, venue and dates remain unconfirmed.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ARTISTS, GALLERIES, DEALERS AND CURATORIAL PARTNERS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A room should have a point of view.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The theme is a framework for authorship, not a request to imitate a famous installation.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Gallery rooms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Edited presentations with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trusted sellers and excellent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information.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Artist salons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Paid, supported direct-artist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spaces with clear seller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authority.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Signature works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Funded commissions/loans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sized to actual site and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budget.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ARTISTS, GALLERIES, DEALERS AND CURATORIAL PARTNERS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A proposed 60-space edition.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The functional inventory will be adapted to a surveyed approved footprint.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00200" y="2852928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2852928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71800" y="2852928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2852928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2852928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0" y="2852928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15000" y="2852928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852928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086600" y="2852928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3540252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600200" y="3540252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86000" y="3540252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71800" y="3540252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0" y="3540252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43400" y="3540252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0" y="3540252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715000" y="3540252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0" y="3540252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86600" y="3540252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" y="4227576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600200" y="4227576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0" y="4227576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971800" y="4227576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0" y="4227576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43400" y="4227576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0" y="4227576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715000" y="4227576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0" y="4227576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086600" y="4227576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14400" y="4914900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00200" y="4914900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286000" y="4914900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971800" y="4914900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0" y="4914900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343400" y="4914900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29200" y="4914900"/>
            <a:ext cx="612648" cy="614171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715000" y="4914900"/>
            <a:ext cx="612648" cy="614171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0" y="4914900"/>
            <a:ext cx="612648" cy="614171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086600" y="4914900"/>
            <a:ext cx="612648" cy="614171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14400" y="5602223"/>
            <a:ext cx="612648" cy="614171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600200" y="5602223"/>
            <a:ext cx="612648" cy="614171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286000" y="5602223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971800" y="5602223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0" y="5602223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343400" y="5602223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029200" y="5602223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715000" y="5602223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400800" y="5602223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086600" y="5602223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14400" y="6289547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600200" y="6289547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286000" y="6289547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971800" y="6289547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657600" y="6289547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343400" y="6289547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0" y="6289547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715000" y="6289547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400800" y="6289547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086600" y="6289547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412480" y="2852928"/>
            <a:ext cx="109728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151A22"/>
                </a:solidFill>
                <a:latin typeface="Arial"/>
              </a:defRPr>
            </a:pPr>
            <a:r>
              <a:t>24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784080" y="2926080"/>
            <a:ext cx="3794760" cy="731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51A22"/>
                </a:solidFill>
                <a:latin typeface="Arial"/>
              </a:defRPr>
            </a:pPr>
            <a:r>
              <a:t>Gallery presentations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12480" y="3975354"/>
            <a:ext cx="109728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151A22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784080" y="4048506"/>
            <a:ext cx="3794760" cy="731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51A22"/>
                </a:solidFill>
                <a:latin typeface="Arial"/>
              </a:defRPr>
            </a:pPr>
            <a:r>
              <a:t>Direct-artist salons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412480" y="5097779"/>
            <a:ext cx="109728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151A22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784080" y="5170931"/>
            <a:ext cx="3794760" cy="731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51A22"/>
                </a:solidFill>
                <a:latin typeface="Arial"/>
              </a:defRPr>
            </a:pPr>
            <a:r>
              <a:t>Signature briefs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12480" y="6220205"/>
            <a:ext cx="109728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151A22"/>
                </a:solidFill>
                <a:latin typeface="Arial"/>
              </a:defRPr>
            </a:pPr>
            <a:r>
              <a:t>18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784080" y="6293357"/>
            <a:ext cx="3794760" cy="731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51A22"/>
                </a:solidFill>
                <a:latin typeface="Arial"/>
              </a:defRPr>
            </a:pPr>
            <a:r>
              <a:t>Learning, common and support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14400" y="7251192"/>
            <a:ext cx="71323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151A22"/>
                </a:solidFill>
                <a:latin typeface="Arial"/>
              </a:defRPr>
            </a:pPr>
            <a:r>
              <a:t>CONCEPTUAL FUNCTION GRID / NOT A SURVEYED FLOOR PLAN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ARTISTS, GALLERIES, DEALERS AND CURATORIAL PARTNERS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Artist economics in plain language.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No organizer art commission is assumed in the proposal.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Seller proceeds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Sales remain with the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authorized seller;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representation, tax and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external costs are disclosed.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Paid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Commissions, teaching and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direct-artist scopes are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funded contracts, not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exposure promises.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Fair selection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Payment does not purchase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curatorial inclusion or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favorable interpretation.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ARTISTS, GALLERIES, DEALERS AND CURATORIAL PARTNERS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A gallery-service offer to test.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Optional paid services require a specific value proposition and agreed refund/earning terms.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18688"/>
            <a:ext cx="3584447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DCFF5F"/>
                </a:solidFill>
                <a:latin typeface="Arial"/>
              </a:defRPr>
            </a:pPr>
            <a:r>
              <a:t>$7,500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544568"/>
            <a:ext cx="3584447" cy="26151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Illustrative premium-service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package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18688"/>
            <a:ext cx="3584447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DCFF5F"/>
                </a:solidFill>
                <a:latin typeface="Arial"/>
              </a:defRPr>
            </a:pPr>
            <a:r>
              <a:t>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544568"/>
            <a:ext cx="3584447" cy="26151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Assumed package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purchasers; uptake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unvalidated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18688"/>
            <a:ext cx="3584447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DCFF5F"/>
                </a:solidFill>
                <a:latin typeface="Arial"/>
              </a:defRPr>
            </a:pPr>
            <a:r>
              <a:t>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544568"/>
            <a:ext cx="3584447" cy="26151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Proposed organizer art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commission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ARTISTS, GALLERIES, DEALERS AND CURATORIAL PARTNERS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Support direct artists.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Proposed fee envelopes—not accepted commissions or guaranteed grants.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18688"/>
            <a:ext cx="3584447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DCFF5F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544568"/>
            <a:ext cx="3584447" cy="26151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Direct-artist salons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18688"/>
            <a:ext cx="3584447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DCFF5F"/>
                </a:solidFill>
                <a:latin typeface="Arial"/>
              </a:defRPr>
            </a:pPr>
            <a:r>
              <a:t>$30,000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544568"/>
            <a:ext cx="3584447" cy="26151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Combined salon stipend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envelope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18688"/>
            <a:ext cx="3584447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DCFF5F"/>
                </a:solidFill>
                <a:latin typeface="Arial"/>
              </a:defRPr>
            </a:pPr>
            <a:r>
              <a:t>$200,000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544568"/>
            <a:ext cx="3584447" cy="26151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Total artist/program-fee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envelope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ARTISTS, GALLERIES, DEALERS AND CURATORIAL PARTNERS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Build a purchase-ready catalogue.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Targets depend on signed seller authority, rights and real inventory.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18688"/>
            <a:ext cx="3584447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DCFF5F"/>
                </a:solidFill>
                <a:latin typeface="Arial"/>
              </a:defRPr>
            </a:pPr>
            <a:r>
              <a:t>300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544568"/>
            <a:ext cx="3584447" cy="26151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Cleared saleable work-record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target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18688"/>
            <a:ext cx="3584447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DCFF5F"/>
                </a:solidFill>
                <a:latin typeface="Arial"/>
              </a:defRPr>
            </a:pPr>
            <a:r>
              <a:t>600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544568"/>
            <a:ext cx="3584447" cy="26151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Qualified collector-household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target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18688"/>
            <a:ext cx="3584447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DCFF5F"/>
                </a:solidFill>
                <a:latin typeface="Arial"/>
              </a:defRPr>
            </a:pPr>
            <a:r>
              <a:t>$3m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544568"/>
            <a:ext cx="3584447" cy="26151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Completed art GMV target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ARTISTS, GALLERIES, DEALERS AND CURATORIAL PARTNERS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Public culture and serious looking.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A proposed seven-day rhythm supports professional attention and broader discovery.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PREVIEW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Advisers, artist/seller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orientation and press.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PUBLIC 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Free core art, conversation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and informed acquisition.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MAKING + EVENINGS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Paid educators and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artist-authored special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programs.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ARTISTS, GALLERIES, DEALERS AND CURATORIAL PARTNERS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Make the service worthy of the work.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The producer/registrar/seller agreement defines responsibility.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Before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Rights, condition, value,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packing, rider and installation.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During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Accurate availability, human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help and seller-led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transactions.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After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Controlled release, delivery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support and completion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records.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ARTISTS, GALLERIES, DEALERS AND CURATORIAL PARTNERS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Rights and independence.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Nothing is acquired by placing a name on a research list.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Authorship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Artist-led brief and approved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interpretation.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Licensing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Specific channels, crops,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recording, credits and expiry.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Conflicts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Disclosed representation and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selection recusals.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ARTISTS, GALLERIES, DEALERS AND CURATORIAL PARTNERS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A staged invitation.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No deposits, artwork custody or public announcement before the relevant authority and funding.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3008376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3008376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36976"/>
            <a:ext cx="2496312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608576"/>
            <a:ext cx="2496312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Scoped feasibility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and value testing.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2852928"/>
            <a:ext cx="3008376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78808" y="2852928"/>
            <a:ext cx="3008376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3236976"/>
            <a:ext cx="2496312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SOON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4608576"/>
            <a:ext cx="2496312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Conditional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room/seller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proposals.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43216" y="2852928"/>
            <a:ext cx="3008376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43216" y="2852928"/>
            <a:ext cx="3008376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99248" y="3236976"/>
            <a:ext cx="2496312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MIDDLE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99248" y="4608576"/>
            <a:ext cx="2496312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Funded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work/loan/commission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agreements.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707624" y="2852928"/>
            <a:ext cx="3008376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707624" y="2852928"/>
            <a:ext cx="3008376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63656" y="3236976"/>
            <a:ext cx="2496312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LATER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63656" y="4608576"/>
            <a:ext cx="2496312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Cleared catalogue,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installation and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service rehearsal.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23444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DCFF5F"/>
                </a:solidFill>
                <a:latin typeface="Arial"/>
              </a:defRPr>
            </a:pPr>
            <a:r>
              <a:t>THE NEXT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9418320" cy="2011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F3F0E9"/>
                </a:solidFill>
                <a:latin typeface="Arial"/>
              </a:defRPr>
            </a:pPr>
            <a:r>
              <a:t>Consider a specific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F3F0E9"/>
                </a:solidFill>
                <a:latin typeface="Arial"/>
              </a:defRPr>
            </a:pPr>
            <a:r>
              <a:t>proposition.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50184"/>
            <a:ext cx="9601200" cy="1371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3F0E9"/>
                </a:solidFill>
                <a:latin typeface="Arial"/>
              </a:defRPr>
            </a:pPr>
            <a:r>
              <a:t>The next step is a scoped discussion, followed by a conditional room/work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3F0E9"/>
                </a:solidFill>
                <a:latin typeface="Arial"/>
              </a:defRPr>
            </a:pPr>
            <a:r>
              <a:t>proposal if there is a fit.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4259580"/>
            <a:ext cx="73152" cy="384048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4259580"/>
            <a:ext cx="923544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3F0E9"/>
                </a:solidFill>
                <a:latin typeface="Arial"/>
              </a:defRPr>
            </a:pPr>
            <a:r>
              <a:t>Tell us the work, buyer and practical conditions that matter.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991100"/>
            <a:ext cx="73152" cy="384048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4991100"/>
            <a:ext cx="923544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3F0E9"/>
                </a:solidFill>
                <a:latin typeface="Arial"/>
              </a:defRPr>
            </a:pPr>
            <a:r>
              <a:t>Develop an artist-led presentation with clear economics.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5722620"/>
            <a:ext cx="73152" cy="384048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5722620"/>
            <a:ext cx="923544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3F0E9"/>
                </a:solidFill>
                <a:latin typeface="Arial"/>
              </a:defRPr>
            </a:pPr>
            <a:r>
              <a:t>Agree rights, responsibilities and funding before public inclusion.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340253" y="3931920"/>
            <a:ext cx="1511808" cy="5879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340253" y="3931920"/>
            <a:ext cx="58792" cy="226771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793268" y="3931920"/>
            <a:ext cx="58792" cy="147401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928178" y="4498848"/>
            <a:ext cx="1511808" cy="5879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928178" y="4498848"/>
            <a:ext cx="58792" cy="226771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381194" y="4498848"/>
            <a:ext cx="58792" cy="226771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928178" y="6707767"/>
            <a:ext cx="1511808" cy="5879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340253" y="6140839"/>
            <a:ext cx="1007872" cy="5879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3F0E9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3F0E9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3F0E9"/>
                </a:solidFill>
                <a:latin typeface="Arial"/>
              </a:defRPr>
            </a:pPr>
            <a: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ARTISTS, GALLERIES, DEALERS AND CURATORIAL PARTNERS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Research is not a roster.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72 geographically organized candidates inform the proposal; none is represented here as a committed partner.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80360"/>
            <a:ext cx="68580" cy="457200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>
            <a:hlinkClick r:id="rId2"/>
          </p:cNvPr>
          <p:cNvSpPr txBox="1"/>
          <p:nvPr/>
        </p:nvSpPr>
        <p:spPr>
          <a:xfrm>
            <a:off x="1234440" y="2852928"/>
            <a:ext cx="12252960" cy="1377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51A22"/>
                </a:solidFill>
                <a:latin typeface="Arial"/>
              </a:defRPr>
            </a:pPr>
            <a:r>
              <a:t>Official artist/gallery/institution sources are indexed in the document repository.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376928"/>
            <a:ext cx="68580" cy="457200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>
            <a:hlinkClick r:id="rId2"/>
          </p:cNvPr>
          <p:cNvSpPr txBox="1"/>
          <p:nvPr/>
        </p:nvSpPr>
        <p:spPr>
          <a:xfrm>
            <a:off x="1234440" y="4349496"/>
            <a:ext cx="12252960" cy="1377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51A22"/>
                </a:solidFill>
                <a:latin typeface="Arial"/>
              </a:defRPr>
            </a:pPr>
            <a:r>
              <a:t>Image rights, inventory, fees and availability require direct agreement.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5873496"/>
            <a:ext cx="68580" cy="457200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>
            <a:hlinkClick r:id="rId2"/>
          </p:cNvPr>
          <p:cNvSpPr txBox="1"/>
          <p:nvPr/>
        </p:nvSpPr>
        <p:spPr>
          <a:xfrm>
            <a:off x="1234440" y="5846063"/>
            <a:ext cx="12252960" cy="1377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51A22"/>
                </a:solidFill>
                <a:latin typeface="Arial"/>
              </a:defRPr>
            </a:pPr>
            <a:r>
              <a:t>Venue/date and operating economics remain proposal assumptions.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COMMON ALTITUDE — Artists, galleries, dealers and curatorial partners</dc:title>
  <dc:subject>Conditional proposal for review, October 24 2026</dc:subject>
  <dc:creator>Common Altitude planning</dc:creator>
  <cp:keywords/>
  <dc:description>generated using python-pptx</dc:description>
  <cp:lastModifiedBy>Common Altitude planning</cp:lastModifiedBy>
  <cp:revision>1</cp:revision>
  <dcterms:created xsi:type="dcterms:W3CDTF">2013-01-27T09:14:16Z</dcterms:created>
  <dcterms:modified xsi:type="dcterms:W3CDTF">2013-01-27T09:15:58Z</dcterms:modified>
  <cp:category/>
</cp:coreProperties>
</file>