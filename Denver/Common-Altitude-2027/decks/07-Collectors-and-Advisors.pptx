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COMMON ALTITUDE</a:t>
            </a:r>
          </a:p>
          <a:p/>
          <a:p>
            <a:r>
              <a:t>A COLLECTOR CONVERSATION</a:t>
            </a:r>
          </a:p>
          <a:p>
            <a:r>
              <a:t>Proposed Denver Art Fair &amp; Exhibition · August 2027</a:t>
            </a:r>
          </a:p>
          <a:p/>
          <a:p/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Distinctive work. Trusted sellers. Time to look.</a:t>
            </a:r>
          </a:p>
          <a:p/>
          <a:p>
            <a:r>
              <a:t>The proposition is thoughtful discovery with dependable acquisition service.</a:t>
            </a:r>
          </a:p>
          <a:p/>
          <a:p>
            <a:r>
              <a:t>An edited set of gallery and artist presentations.</a:t>
            </a:r>
          </a:p>
          <a:p>
            <a:r>
              <a:t>A remarkable environment without losing clarity.</a:t>
            </a:r>
          </a:p>
          <a:p>
            <a:r>
              <a:t>A real human who can help you follow through.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What would make the trip worthwhile?</a:t>
            </a:r>
          </a:p>
          <a:p/>
          <a:p>
            <a:r>
              <a:t>This is a demand conversation; the roster and work are not confirmed.</a:t>
            </a:r>
          </a:p>
          <a:p/>
          <a:p>
            <a:r>
              <a:t>Quality / A coherent curatorial argument and work that rewards attention.</a:t>
            </a:r>
          </a:p>
          <a:p>
            <a:r>
              <a:t>Access / Useful artist/gallery appointments and relevant context.</a:t>
            </a:r>
          </a:p>
          <a:p>
            <a:r>
              <a:t>Confidence / Clear information, seller authority, price and delivery.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A proposed constellation of rooms.</a:t>
            </a:r>
          </a:p>
          <a:p/>
          <a:p>
            <a:r>
              <a:t>60 functional spaces is a planning concept, not a confirmed building plan.</a:t>
            </a:r>
          </a:p>
          <a:p/>
          <a:p>
            <a:r>
              <a:t>24 / Gallery presentation targets</a:t>
            </a:r>
          </a:p>
          <a:p>
            <a:r>
              <a:t>12 / Direct-artist salon targets</a:t>
            </a:r>
          </a:p>
          <a:p>
            <a:r>
              <a:t>6 / Artist-authored signature briefs</a:t>
            </a:r>
          </a:p>
          <a:p>
            <a:r>
              <a:t>300 / Cleared saleable record target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The unexpected should have substance.</a:t>
            </a:r>
          </a:p>
          <a:p/>
          <a:p>
            <a:r>
              <a:t>Signature concepts are uncommissioned invitations, not promised famous works.</a:t>
            </a:r>
          </a:p>
          <a:p/>
          <a:p>
            <a:r>
              <a:t>Perception / A room that changes how you look.</a:t>
            </a:r>
          </a:p>
          <a:p>
            <a:r>
              <a:t>Material + memory / Artist-led responses to work, place and possibility.</a:t>
            </a:r>
          </a:p>
          <a:p>
            <a:r>
              <a:t>Public imagination / Paid local contribution and a genuine welcome.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A purchase process you can understand.</a:t>
            </a:r>
          </a:p>
          <a:p/>
          <a:p>
            <a:r>
              <a:t>Actual seller agreements control every sale.</a:t>
            </a:r>
          </a:p>
          <a:p/>
          <a:p>
            <a:r>
              <a:t>Before / Accurate whole-work image, size, medium, seller and current availability.</a:t>
            </a:r>
          </a:p>
          <a:p>
            <a:r>
              <a:t>During / An informed conversation and clear full-cost seller quote/invoice.</a:t>
            </a:r>
          </a:p>
          <a:p>
            <a:r>
              <a:t>After / Condition, receipt/title information and delivery/install support.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Your collection. Your privacy.</a:t>
            </a:r>
          </a:p>
          <a:p/>
          <a:p>
            <a:r>
              <a:t>Preferences and appointment details are handled with consent and controlled access.</a:t>
            </a:r>
          </a:p>
          <a:p/>
          <a:p>
            <a:r>
              <a:t>No sale of collector identities to sponsors or the landlord.</a:t>
            </a:r>
          </a:p>
          <a:p>
            <a:r>
              <a:t>Optional real-estate interest is a separate choice.</a:t>
            </a:r>
          </a:p>
          <a:p>
            <a:r>
              <a:t>No AI authenticity or investment-return promises.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A proposed reason to travel.</a:t>
            </a:r>
          </a:p>
          <a:p/>
          <a:p>
            <a:r>
              <a:t>Dates and site remain unbooked; travel should wait for confirmation.</a:t>
            </a:r>
          </a:p>
          <a:p/>
          <a:p>
            <a:r>
              <a:t>MON–TUE / Professional/collector previews and appointments.</a:t>
            </a:r>
          </a:p>
          <a:p>
            <a:r>
              <a:t>WED–SUN / Free core art discovery and public programming.</a:t>
            </a:r>
          </a:p>
          <a:p>
            <a:r>
              <a:t>BEYOND / Appropriate follow-up viewing and seller support.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Welcoming by design.</a:t>
            </a:r>
          </a:p>
          <a:p/>
          <a:p>
            <a:r>
              <a:t>Serious art and public generosity belong together.</a:t>
            </a:r>
          </a:p>
          <a:p/>
          <a:p>
            <a:r>
              <a:t>Free discovery / Core art does not require a premium guide.</a:t>
            </a:r>
          </a:p>
          <a:p>
            <a:r>
              <a:t>Optional depth / Reserved guided experiences and workshops may be paid.</a:t>
            </a:r>
          </a:p>
          <a:p>
            <a:r>
              <a:t>Useful help / Clear access information and a human contact.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Help shape the right offer.</a:t>
            </a:r>
          </a:p>
          <a:p/>
          <a:p>
            <a:r>
              <a:t>We are testing actual needs rather than guessing who will buy.</a:t>
            </a:r>
          </a:p>
          <a:p/>
          <a:p>
            <a:r>
              <a:t>Interests / Artists/media/ideas you want to encounter.</a:t>
            </a:r>
          </a:p>
          <a:p>
            <a:r>
              <a:t>Practical needs / Time, travel, access and appointment preferences.</a:t>
            </a:r>
          </a:p>
          <a:p>
            <a:r>
              <a:t>Buying support / Information and service needed for a confident decision.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Tell us what would make it worthwhile.</a:t>
            </a:r>
          </a:p>
          <a:p/>
          <a:p>
            <a:r>
              <a:t>An expression of interest is not a reservation, purchase obligation or promised work allocation.</a:t>
            </a:r>
          </a:p>
          <a:p/>
          <a:p>
            <a:r>
              <a:t>Consider an appropriate discovery conversation.</a:t>
            </a:r>
          </a:p>
          <a:p>
            <a:r>
              <a:t>Review confirmed artists/work only after permission and availability checks.</a:t>
            </a:r>
          </a:p>
          <a:p>
            <a:r>
              <a:t>Make travel or purchase decisions on verified information.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Collectors, advisers and prospective acquisition clients</a:t>
            </a:r>
          </a:p>
          <a:p>
            <a:r>
              <a:t>A carefully labeled proposition.</a:t>
            </a:r>
          </a:p>
          <a:p/>
          <a:p>
            <a:r>
              <a:t>No artwork inventory, celebrity appearance, venue/date or gallery partnership is guaranteed.</a:t>
            </a:r>
          </a:p>
          <a:p/>
          <a:p>
            <a:r>
              <a:t>Official research sources and the detailed business/service plan accompany the proposal.</a:t>
            </a:r>
          </a:p>
          <a:p>
            <a:r>
              <a:t>All displayed graphics are original concepts, not reproductions of a named artist's work.</a:t>
            </a:r>
          </a:p>
          <a:p>
            <a:r>
              <a:t>Actual confirmed works, rights and seller terms belong in a later release catalogue.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ede0619/taosarts/blob/main/Denver/Common-Altitude-2027/RESEARCH.md" TargetMode="Externa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 COLLECTOR CONVERSATION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Proposed Denver Art Fair &amp; Exhibition · August 2027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Distinctive work.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Trusted sellers.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Time to look.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84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proposition is thoughtful discovery with dependable acquisition service.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91642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888993"/>
            <a:ext cx="12252960" cy="1032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An edited set of gallery and artist presentations.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06763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040206"/>
            <a:ext cx="12252960" cy="1032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 remarkable environment without losing clarity.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218851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6191419"/>
            <a:ext cx="12252960" cy="1032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 real human who can help you follow through.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What would make the trip worthwhile?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This is a demand conversation; the roster and work are not confirmed.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 coherent curatorial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argument and work that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rewards attention.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Useful artist/gallery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appointments and relevant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Clear information, 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authority, price and delivery.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proposed constellation of rooms.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60 functional spaces is a planning concept, not a confirmed building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0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71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002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718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150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86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718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50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866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002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71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434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15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86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0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86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71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43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15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86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0" y="2852928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080" y="2926080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Gallery presentation targets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75354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84080" y="4048506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Direct-artist salon targets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0" y="5097779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5170931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Artist-authored signature briefs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0" y="6220205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300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6293357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Cleared saleable record target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7251192"/>
            <a:ext cx="7132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151A22"/>
                </a:solidFill>
                <a:latin typeface="Arial"/>
              </a:defRPr>
            </a:pPr>
            <a:r>
              <a:t>CONCEPTUAL FUNCTION GRID / NOT A SURVEYED FLOOR PLAN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The unexpected should have substance.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Signature concepts are uncommissioned invitations, not promised famous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Perception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 room that changes how you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look.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Material +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Artist-led responses to work,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place and possibility.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imagination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Paid local contribution and a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genuine welcome.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purchase process you can understand.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Actual seller agreements control every sale.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Accurate whole-work image,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size, medium, seller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current availability.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 informed conversation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clear full-cost 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quote/invoice.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Condition, receipt/title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information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delivery/install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Your collection.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Your privacy.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Preferences and appointment details are handled with consent and controlled access.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1792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190494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No sale of collector identities to sponsors or the landlord.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01972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574540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Optional real-estate interest is a separate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98601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958586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No AI authenticity or investment-return promises.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proposed reason to travel.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Dates and site remain unbooked; travel should wait for confirmation.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MON–TUE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Professional/collector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previews and appointments.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WED–SUN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core art discovery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public programming.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BEYOND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Appropriate follow-up viewing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seller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Welcoming by design.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Serious art and public generosity belong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Free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Core art does not require a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premium guide.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Optional depth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Reserved guided experiences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workshops may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Useful help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Clear access information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 human contact.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Help shape the right offer.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We are testing actual needs rather than guessing who will buy.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Interests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Artists/media/ideas you want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to encounter.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Practical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Time, travel, access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appointment preferences.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Buying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Information and service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needed for a confident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decision.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Tell us what would make it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worthwhile.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50184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An expression of interest is not a reservation, purchase obligation or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promised work allocation.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958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25958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Consider an appropriate discovery conversation.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9110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99110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Review confirmed artists/work only after permission and availability checks.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7226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7226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Make travel or purchase decisions on verified information.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COLLECTORS, ADVISERS AND PROSPECTIVE ACQUISITION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carefully labeled proposition.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 artwork inventory, celebrity appearance, venue/date or gallery partnership is guaranteed.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2852928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Official research sources and the detailed business/service plan accompany the proposal.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7692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234440" y="4349496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All displayed graphics are original concepts, not reproductions of a named artist's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87349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2"/>
          </p:cNvPr>
          <p:cNvSpPr txBox="1"/>
          <p:nvPr/>
        </p:nvSpPr>
        <p:spPr>
          <a:xfrm>
            <a:off x="1234440" y="5846063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Actual confirmed works, rights and seller terms belong in a later release catalogue.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 — Collectors, advisers and prospective acquisition clients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