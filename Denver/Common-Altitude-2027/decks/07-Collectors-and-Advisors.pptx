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Collectors, advisers and prospective acquisition clients</a:t>
            </a:r>
          </a:p>
          <a:p>
            <a:r>
              <a:t>COMMON ALTITUDE</a:t>
            </a:r>
          </a:p>
          <a:p/>
          <a:p>
            <a:r>
              <a:t>A COLLECTOR CONVERSATION</a:t>
            </a:r>
          </a:p>
          <a:p>
            <a:r>
              <a:t>Proposed Denver Art Fair &amp; Exhibition, August 2027</a:t>
            </a:r>
          </a:p>
          <a:p/>
          <a:p/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Collectors, advisers and prospective acquisition clients</a:t>
            </a:r>
          </a:p>
          <a:p>
            <a:r>
              <a:t>Art selection and buying service</a:t>
            </a:r>
          </a:p>
          <a:p/>
          <a:p>
            <a:r>
              <a:t>The proposal combines selected gallery and artist presentations with human acquisition support.</a:t>
            </a:r>
          </a:p>
          <a:p/>
          <a:p>
            <a:r>
              <a:t>An edited set of gallery and artist presentations.</a:t>
            </a:r>
          </a:p>
          <a:p>
            <a:r>
              <a:t>Rooms for work, with readable labels and clear routes.</a:t>
            </a:r>
          </a:p>
          <a:p>
            <a:r>
              <a:t>A staff contact for appointments, seller questions and delivery follow-up.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Collectors, advisers and prospective acquisition clients</a:t>
            </a:r>
          </a:p>
          <a:p>
            <a:r>
              <a:t>Reasons to visit Denver</a:t>
            </a:r>
          </a:p>
          <a:p/>
          <a:p>
            <a:r>
              <a:t>Buyer interviews must establish demand. The project has no confirmed roster or available work.</a:t>
            </a:r>
          </a:p>
          <a:p/>
          <a:p>
            <a:r>
              <a:t>Quality / Specific artists and works selected by an accountable curator.</a:t>
            </a:r>
          </a:p>
          <a:p>
            <a:r>
              <a:t>Access / Useful artist/gallery appointments and relevant context.</a:t>
            </a:r>
          </a:p>
          <a:p>
            <a:r>
              <a:t>Confidence / Clear information, seller authority, price and delivery.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Collectors, advisers and prospective acquisition clients</a:t>
            </a:r>
          </a:p>
          <a:p>
            <a:r>
              <a:t>Proposed rooms and catalog</a:t>
            </a:r>
          </a:p>
          <a:p/>
          <a:p>
            <a:r>
              <a:t>The 60-space concept needs a site survey and owner approval.</a:t>
            </a:r>
          </a:p>
          <a:p/>
          <a:p>
            <a:r>
              <a:t>24 / Gallery presentation targets</a:t>
            </a:r>
          </a:p>
          <a:p>
            <a:r>
              <a:t>12 / Direct-artist salon targets</a:t>
            </a:r>
          </a:p>
          <a:p>
            <a:r>
              <a:t>6 / Artist-authored signature briefs</a:t>
            </a:r>
          </a:p>
          <a:p>
            <a:r>
              <a:t>300 / Cleared saleable record target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Collectors, advisers and prospective acquisition clients</a:t>
            </a:r>
          </a:p>
          <a:p>
            <a:r>
              <a:t>Signature commission ideas</a:t>
            </a:r>
          </a:p>
          <a:p/>
          <a:p>
            <a:r>
              <a:t>Artists would develop these briefs through funded agreements. No famous work has a booking.</a:t>
            </a:r>
          </a:p>
          <a:p/>
          <a:p>
            <a:r>
              <a:t>Perception / An artist-authored room exploring perception.</a:t>
            </a:r>
          </a:p>
          <a:p>
            <a:r>
              <a:t>Material + memory / Work responding to office materials and the history of the site.</a:t>
            </a:r>
          </a:p>
          <a:p>
            <a:r>
              <a:t>Public imagination / Paid local artists and free public access.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Collectors, advisers and prospective acquisition clients</a:t>
            </a:r>
          </a:p>
          <a:p>
            <a:r>
              <a:t>Purchase information and delivery</a:t>
            </a:r>
          </a:p>
          <a:p/>
          <a:p>
            <a:r>
              <a:t>Actual seller agreements govern every sale.</a:t>
            </a:r>
          </a:p>
          <a:p/>
          <a:p>
            <a:r>
              <a:t>Before / Accurate whole-work image, size, medium, seller and current availability.</a:t>
            </a:r>
          </a:p>
          <a:p>
            <a:r>
              <a:t>During / An informed conversation and clear full-cost seller quote/invoice.</a:t>
            </a:r>
          </a:p>
          <a:p>
            <a:r>
              <a:t>After / Condition, receipt/title information and delivery/install support.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Collectors, advisers and prospective acquisition clients</a:t>
            </a:r>
          </a:p>
          <a:p>
            <a:r>
              <a:t>Collector privacy</a:t>
            </a:r>
          </a:p>
          <a:p/>
          <a:p>
            <a:r>
              <a:t>Ask permission for preferences and appointments. Limit staff access to the records they need.</a:t>
            </a:r>
          </a:p>
          <a:p/>
          <a:p>
            <a:r>
              <a:t>No sale of collector identities to sponsors or the landlord.</a:t>
            </a:r>
          </a:p>
          <a:p>
            <a:r>
              <a:t>Optional real-estate interest is a separate choice.</a:t>
            </a:r>
          </a:p>
          <a:p>
            <a:r>
              <a:t>No AI authenticity or investment-return promises.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Collectors, advisers and prospective acquisition clients</a:t>
            </a:r>
          </a:p>
          <a:p>
            <a:r>
              <a:t>Proposed travel week</a:t>
            </a:r>
          </a:p>
          <a:p/>
          <a:p>
            <a:r>
              <a:t>Wait for venue and date confirmation before booking travel.</a:t>
            </a:r>
          </a:p>
          <a:p/>
          <a:p>
            <a:r>
              <a:t>MON–TUE / Professional/collector previews and appointments.</a:t>
            </a:r>
          </a:p>
          <a:p>
            <a:r>
              <a:t>WED–SUN / Free core art discovery and public programming.</a:t>
            </a:r>
          </a:p>
          <a:p>
            <a:r>
              <a:t>BEYOND / Appropriate follow-up viewing and seller support.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Collectors, advisers and prospective acquisition clients</a:t>
            </a:r>
          </a:p>
          <a:p>
            <a:r>
              <a:t>Free access and optional paid programs</a:t>
            </a:r>
          </a:p>
          <a:p/>
          <a:p>
            <a:r>
              <a:t>Core art discovery needs no premium purchase. Guides and workshops may charge separately.</a:t>
            </a:r>
          </a:p>
          <a:p/>
          <a:p>
            <a:r>
              <a:t>Free discovery / Core art does not require a premium guide.</a:t>
            </a:r>
          </a:p>
          <a:p>
            <a:r>
              <a:t>Optional depth / Optional guides and workshops may charge separate fees.</a:t>
            </a:r>
          </a:p>
          <a:p>
            <a:r>
              <a:t>Useful help / Clear access information and a human contact.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Collectors, advisers and prospective acquisition clients</a:t>
            </a:r>
          </a:p>
          <a:p>
            <a:r>
              <a:t>Collector research questions</a:t>
            </a:r>
          </a:p>
          <a:p/>
          <a:p>
            <a:r>
              <a:t>Ask about actual interests, practical needs and buying support.</a:t>
            </a:r>
          </a:p>
          <a:p/>
          <a:p>
            <a:r>
              <a:t>Interests / Artists/media/ideas you want to encounter.</a:t>
            </a:r>
          </a:p>
          <a:p>
            <a:r>
              <a:t>Practical needs / Time, travel, access and appointment preferences.</a:t>
            </a:r>
          </a:p>
          <a:p>
            <a:r>
              <a:t>Buying support / Information and service needed for a confident decision.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Collectors, advisers and prospective acquisition clients</a:t>
            </a:r>
          </a:p>
          <a:p>
            <a:r>
              <a:t>Expression of interest</a:t>
            </a:r>
          </a:p>
          <a:p/>
          <a:p>
            <a:r>
              <a:t>Interest creates no reservation, purchase obligation or artwork allocation.</a:t>
            </a:r>
          </a:p>
          <a:p/>
          <a:p>
            <a:r>
              <a:t>Consider an appropriate discovery conversation.</a:t>
            </a:r>
          </a:p>
          <a:p>
            <a:r>
              <a:t>Review confirmed artists/work only after permission and availability checks.</a:t>
            </a:r>
          </a:p>
          <a:p>
            <a:r>
              <a:t>Make travel or purchase decisions on verified information.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Collectors, advisers and prospective acquisition clients</a:t>
            </a:r>
          </a:p>
          <a:p>
            <a:r>
              <a:t>Sources and current status</a:t>
            </a:r>
          </a:p>
          <a:p/>
          <a:p>
            <a:r>
              <a:t>The project guarantees no inventory, appearance, venue, date or gallery participation.</a:t>
            </a:r>
          </a:p>
          <a:p/>
          <a:p>
            <a:r>
              <a:t>Official research sources and the detailed business/service plan accompany the proposal.</a:t>
            </a:r>
          </a:p>
          <a:p>
            <a:r>
              <a:t>The deck uses original concept graphics. It reproduces no named artist’s work.</a:t>
            </a:r>
          </a:p>
          <a:p>
            <a:r>
              <a:t>Actual confirmed works, rights and seller terms belong in a later release catalogue.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uede0619/taosarts/blob/main/Denver/Common-Altitude-2027/RESEARCH.md" TargetMode="Externa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2344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FF5F"/>
                </a:solidFill>
                <a:latin typeface="Arial"/>
              </a:defRPr>
            </a:pPr>
            <a:r>
              <a:t>COLLECTORS, ADVISERS AND PROSPECTIVE ACQUISITION CLIENTS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8686800" cy="2926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3F0E9"/>
                </a:solidFill>
                <a:latin typeface="Arial"/>
              </a:defRPr>
            </a:pPr>
            <a:r>
              <a:t>COMMON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3F0E9"/>
                </a:solidFill>
                <a:latin typeface="Arial"/>
              </a:defRPr>
            </a:pPr>
            <a:r>
              <a:t>ALTITUDE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00600"/>
            <a:ext cx="8138160" cy="1508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A COLLECTOR CONVERSATION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Proposed Denver Art Fair &amp; Exhibition, August 2027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1648205"/>
            <a:ext cx="2435961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0" y="1648205"/>
            <a:ext cx="94731" cy="365394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399629" y="1648205"/>
            <a:ext cx="94731" cy="237506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05718" y="2561691"/>
            <a:ext cx="2435961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05718" y="2561691"/>
            <a:ext cx="94731" cy="365394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346948" y="2561691"/>
            <a:ext cx="94731" cy="365394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005718" y="6120902"/>
            <a:ext cx="2435961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5207416"/>
            <a:ext cx="1623974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6675120"/>
            <a:ext cx="36576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6AAA6"/>
                </a:solidFill>
                <a:latin typeface="Arial"/>
              </a:defRPr>
            </a:pPr>
            <a:r>
              <a:t>ORIGINAL CONCEPT GRAPHIC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3F0E9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COLLECTORS, ADVISERS AND PROSPECTIVE ACQUISITION CLIENTS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Art selection and buying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The proposal combines selected gallery and artist presentations with human acquisition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80360"/>
            <a:ext cx="68580" cy="45720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852928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51A22"/>
                </a:solidFill>
                <a:latin typeface="Arial"/>
              </a:defRPr>
            </a:pPr>
            <a:r>
              <a:t>An edited set of gallery and artist presentations.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376928"/>
            <a:ext cx="68580" cy="45720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349496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51A22"/>
                </a:solidFill>
                <a:latin typeface="Arial"/>
              </a:defRPr>
            </a:pPr>
            <a:r>
              <a:t>Rooms for work, with readable labels and clear routes.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73496"/>
            <a:ext cx="68580" cy="45720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5846063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51A22"/>
                </a:solidFill>
                <a:latin typeface="Arial"/>
              </a:defRPr>
            </a:pPr>
            <a:r>
              <a:t>A staff contact for appointments, seller questions and delivery follow-up.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COLLECTORS, ADVISERS AND PROSPECTIVE ACQUISITION CLIENTS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Reasons to visit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Buyer interviews must establish demand. The project has no confirmed roster or available 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Specific artists and works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selected by an accountable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curator.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Useful artist/gallery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appointments and relevant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context.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Clear information, seller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authority, price and delivery.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COLLECTORS, ADVISERS AND PROSPECTIVE ACQUISITION CLIENTS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Proposed rooms and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The 60-space concept needs a site survey and owner approval.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002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718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866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002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718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50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866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227576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00200" y="4227576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0" y="4227576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71800" y="4227576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0" y="4227576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227576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0" y="4227576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15000" y="4227576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4227576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86600" y="4227576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" y="4914900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00200" y="4914900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6000" y="4914900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971800" y="4914900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0" y="4914900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4914900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0" y="4914900"/>
            <a:ext cx="612648" cy="614171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715000" y="4914900"/>
            <a:ext cx="612648" cy="614171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4914900"/>
            <a:ext cx="612648" cy="614171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86600" y="4914900"/>
            <a:ext cx="612648" cy="614171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4400" y="5602223"/>
            <a:ext cx="612648" cy="614171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600200" y="5602223"/>
            <a:ext cx="612648" cy="614171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286000" y="5602223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71800" y="5602223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7600" y="5602223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43400" y="5602223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5602223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15000" y="5602223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00800" y="5602223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5602223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44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6002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2860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9718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6576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3434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292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150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008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0866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12480" y="2852928"/>
            <a:ext cx="109728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51A22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84080" y="2926080"/>
            <a:ext cx="379476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22"/>
                </a:solidFill>
                <a:latin typeface="Arial"/>
              </a:defRPr>
            </a:pPr>
            <a:r>
              <a:t>Gallery presentation targets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0" y="3975354"/>
            <a:ext cx="109728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51A22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84080" y="4048506"/>
            <a:ext cx="379476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22"/>
                </a:solidFill>
                <a:latin typeface="Arial"/>
              </a:defRPr>
            </a:pPr>
            <a:r>
              <a:t>Direct-artist salon targets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12480" y="5097779"/>
            <a:ext cx="109728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51A2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84080" y="5170931"/>
            <a:ext cx="379476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22"/>
                </a:solidFill>
                <a:latin typeface="Arial"/>
              </a:defRPr>
            </a:pPr>
            <a:r>
              <a:t>Artist-authored signature briefs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12480" y="6220205"/>
            <a:ext cx="109728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51A22"/>
                </a:solidFill>
                <a:latin typeface="Arial"/>
              </a:defRPr>
            </a:pPr>
            <a:r>
              <a:t>300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84080" y="6293357"/>
            <a:ext cx="379476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22"/>
                </a:solidFill>
                <a:latin typeface="Arial"/>
              </a:defRPr>
            </a:pPr>
            <a:r>
              <a:t>Cleared saleable record target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4400" y="7251192"/>
            <a:ext cx="71323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51A22"/>
                </a:solidFill>
                <a:latin typeface="Arial"/>
              </a:defRPr>
            </a:pPr>
            <a:r>
              <a:t>PROPOSED PROGRAM FUNCTIONS / SITE SURVEY PENDING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COLLECTORS, ADVISERS AND PROSPECTIVE ACQUISITION CLIENTS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Signature commission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Artists would develop these briefs through funded agreements. No famous work has a booking.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Perception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An artist-authored room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exploring perception.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Material +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Work responding to office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materials and the history of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the site.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Public imagination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Paid local artists and free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public access.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COLLECTORS, ADVISERS AND PROSPECTIVE ACQUISITION CLIENTS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Purchase information and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Actual seller agreements govern every sale.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Accurate whole-work image,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size, medium, seller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current availability.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During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An informed conversation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clear full-cost seller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quote/invoice.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Condition, receipt/title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information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delivery/install support.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COLLECTORS, ADVISERS AND PROSPECTIVE ACQUISITION CLIENTS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Collector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Ask permission for preferences and appointments. Limit staff access to the records they need.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80360"/>
            <a:ext cx="68580" cy="45720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852928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51A22"/>
                </a:solidFill>
                <a:latin typeface="Arial"/>
              </a:defRPr>
            </a:pPr>
            <a:r>
              <a:t>No sale of collector identities to sponsors or the landlord.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376928"/>
            <a:ext cx="68580" cy="45720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349496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51A22"/>
                </a:solidFill>
                <a:latin typeface="Arial"/>
              </a:defRPr>
            </a:pPr>
            <a:r>
              <a:t>Optional real-estate interest is a separate choice.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73496"/>
            <a:ext cx="68580" cy="45720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5846063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51A22"/>
                </a:solidFill>
                <a:latin typeface="Arial"/>
              </a:defRPr>
            </a:pPr>
            <a:r>
              <a:t>No AI authenticity or investment-return promises.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COLLECTORS, ADVISERS AND PROSPECTIVE ACQUISITION CLIENTS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Proposed travel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Wait for venue and date confirmation before booking travel.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MON–TUE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Professional/collector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previews and appointments.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WED–SUN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Free core art discovery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public programming.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BEYOND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Appropriate follow-up viewing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and seller support.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COLLECTORS, ADVISERS AND PROSPECTIVE ACQUISITION CLIENTS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Free access and optional paid programs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Core art discovery needs no premium purchase. Guides and workshops may charge separately.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Free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Core art does not require a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premium guide.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Optional depth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Optional guides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workshops may charge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separate fees.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Useful help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Clear access information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 human contact.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COLLECTORS, ADVISERS AND PROSPECTIVE ACQUISITION CLIENTS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Collector 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Ask about actual interests, practical needs and buying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Interests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Artists/media/ideas you want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to encounter.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Practical 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Time, travel, access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appointment preferences.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Buying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Information and service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needed for a confident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decision.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2344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FF5F"/>
                </a:solidFill>
                <a:latin typeface="Arial"/>
              </a:defRPr>
            </a:pPr>
            <a:r>
              <a:t>THE NEXT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418320" cy="2011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3F0E9"/>
                </a:solidFill>
                <a:latin typeface="Arial"/>
              </a:defRPr>
            </a:pPr>
            <a:r>
              <a:t>Expression of interest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70912"/>
            <a:ext cx="9601200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Interest creates no reservation, purchase obligation or artwork allocation.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60520"/>
            <a:ext cx="73152" cy="384048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160520"/>
            <a:ext cx="92354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0E9"/>
                </a:solidFill>
                <a:latin typeface="Arial"/>
              </a:defRPr>
            </a:pPr>
            <a:r>
              <a:t>Consider an appropriate discovery conversation.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892040"/>
            <a:ext cx="73152" cy="384048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892040"/>
            <a:ext cx="92354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0E9"/>
                </a:solidFill>
                <a:latin typeface="Arial"/>
              </a:defRPr>
            </a:pPr>
            <a:r>
              <a:t>Review confirmed artists/work only after permission and availability checks.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623560"/>
            <a:ext cx="73152" cy="384048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623560"/>
            <a:ext cx="92354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0E9"/>
                </a:solidFill>
                <a:latin typeface="Arial"/>
              </a:defRPr>
            </a:pPr>
            <a:r>
              <a:t>Make travel or purchase decisions on verified information.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340253" y="3931920"/>
            <a:ext cx="1511808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40253" y="3931920"/>
            <a:ext cx="58792" cy="22677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793268" y="3931920"/>
            <a:ext cx="58792" cy="14740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928178" y="4498848"/>
            <a:ext cx="1511808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928178" y="4498848"/>
            <a:ext cx="58792" cy="22677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381194" y="4498848"/>
            <a:ext cx="58792" cy="22677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28178" y="6707767"/>
            <a:ext cx="1511808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340253" y="6140839"/>
            <a:ext cx="1007872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3F0E9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COLLECTORS, ADVISERS AND PROSPECTIVE ACQUISITION CLIENTS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Sources and current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The project guarantees no inventory, appearance, venue, date or gallery participation.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80360"/>
            <a:ext cx="68580" cy="457200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Click r:id="rId2"/>
          </p:cNvPr>
          <p:cNvSpPr txBox="1"/>
          <p:nvPr/>
        </p:nvSpPr>
        <p:spPr>
          <a:xfrm>
            <a:off x="1234440" y="2852928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51A22"/>
                </a:solidFill>
                <a:latin typeface="Arial"/>
              </a:defRPr>
            </a:pPr>
            <a:r>
              <a:t>Official research sources and the detailed business/service plan accompany the proposal.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376928"/>
            <a:ext cx="68580" cy="457200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>
            <a:hlinkClick r:id="rId2"/>
          </p:cNvPr>
          <p:cNvSpPr txBox="1"/>
          <p:nvPr/>
        </p:nvSpPr>
        <p:spPr>
          <a:xfrm>
            <a:off x="1234440" y="4349496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51A22"/>
                </a:solidFill>
                <a:latin typeface="Arial"/>
              </a:defRPr>
            </a:pPr>
            <a:r>
              <a:t>The deck uses original concept graphics. It reproduces no named artist’s 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73496"/>
            <a:ext cx="68580" cy="457200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>
            <a:hlinkClick r:id="rId2"/>
          </p:cNvPr>
          <p:cNvSpPr txBox="1"/>
          <p:nvPr/>
        </p:nvSpPr>
        <p:spPr>
          <a:xfrm>
            <a:off x="1234440" y="5846063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51A22"/>
                </a:solidFill>
                <a:latin typeface="Arial"/>
              </a:defRPr>
            </a:pPr>
            <a:r>
              <a:t>Actual confirmed works, rights and seller terms belong in a later release catalogue.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 ALTITUDE. Collectors, advisers and prospective acquisition clients</dc:title>
  <dc:subject>Conditional proposal for review, October 24 2026</dc:subject>
  <dc:creator>Common Altitude planning</dc:creator>
  <cp:keywords/>
  <dc:description>generated using python-pptx</dc:description>
  <cp:lastModifiedBy>Common Altitude planning</cp:lastModifiedBy>
  <cp:revision>1</cp:revision>
  <dcterms:created xsi:type="dcterms:W3CDTF">2013-01-27T09:14:16Z</dcterms:created>
  <dcterms:modified xsi:type="dcterms:W3CDTF">2013-01-27T09:15:58Z</dcterms:modified>
  <cp:category/>
</cp:coreProperties>
</file>