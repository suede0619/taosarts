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COMMON ALTITUDE</a:t>
            </a:r>
          </a:p>
          <a:p/>
          <a:p>
            <a:r>
              <a:t>SPONSORSHIP + DESTINATION PARTNERSHIPS</a:t>
            </a:r>
          </a:p>
          <a:p>
            <a:r>
              <a:t>Art. Public imagination. A reason to come.</a:t>
            </a:r>
          </a:p>
          <a:p/>
          <a:p/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Three audiences, one coherent experience.</a:t>
            </a:r>
          </a:p>
          <a:p/>
          <a:p>
            <a:r>
              <a:t>Every number is a target until measured.</a:t>
            </a:r>
          </a:p>
          <a:p/>
          <a:p>
            <a:r>
              <a:t>Collectors + advisers / Qualified relationships and thoughtful acquisition service.</a:t>
            </a:r>
          </a:p>
          <a:p>
            <a:r>
              <a:t>Residents + first buyers / Free core art discovery and intelligible participation.</a:t>
            </a:r>
          </a:p>
          <a:p>
            <a:r>
              <a:t>Creative community / Paid artist, teaching and program contribution.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The audience case to validate.</a:t>
            </a:r>
          </a:p>
          <a:p/>
          <a:p>
            <a:r>
              <a:t>No sponsor is being sold an already-proven crowd.</a:t>
            </a:r>
          </a:p>
          <a:p/>
          <a:p>
            <a:r>
              <a:t>12,000 / Unique visitor target</a:t>
            </a:r>
          </a:p>
          <a:p>
            <a:r>
              <a:t>600 / Qualified collector-household target</a:t>
            </a:r>
          </a:p>
          <a:p>
            <a:r>
              <a:t>5 / Public art days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Choose a meaningful chapter.</a:t>
            </a:r>
          </a:p>
          <a:p/>
          <a:p>
            <a:r>
              <a:t>Activations follow artistic/site/rights approval and are costed.</a:t>
            </a:r>
          </a:p>
          <a:p/>
          <a:p>
            <a:r>
              <a:t>Public access + learning / Pay educators, interpretation and an excellent welcome.</a:t>
            </a:r>
          </a:p>
          <a:p>
            <a:r>
              <a:t>Artist work / Fund artist-authored commissions and credible context.</a:t>
            </a:r>
          </a:p>
          <a:p>
            <a:r>
              <a:t>Collecting + hospitality / Useful approved client visits and informed conversations.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A package architecture to test.</a:t>
            </a:r>
          </a:p>
          <a:p/>
          <a:p>
            <a:r>
              <a:t>Cash target $1.25m. No package is sold or demand validated.</a:t>
            </a:r>
          </a:p>
          <a:p/>
          <a:p>
            <a:r>
              <a:t>1 × $400k / Presenting underwriting</a:t>
            </a:r>
          </a:p>
          <a:p>
            <a:r>
              <a:t>2 × $200k / Lead program underwriting</a:t>
            </a:r>
          </a:p>
          <a:p>
            <a:r>
              <a:t>4 × $75k / Program partnerships</a:t>
            </a:r>
          </a:p>
          <a:p>
            <a:r>
              <a:t>10 × $15k / Supporting partnerships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Benefits with a delivery owner.</a:t>
            </a:r>
          </a:p>
          <a:p/>
          <a:p>
            <a:r>
              <a:t>Define the audience, cost, rights, capacity and proof for each benefit.</a:t>
            </a:r>
          </a:p>
          <a:p/>
          <a:p>
            <a:r>
              <a:t>Association / Approved naming/credit and appropriate content.</a:t>
            </a:r>
          </a:p>
          <a:p>
            <a:r>
              <a:t>Experience / Scoped client/public program and licensed hospitality.</a:t>
            </a:r>
          </a:p>
          <a:p>
            <a:r>
              <a:t>Evidence / Verified delivery and consented aggregate reporting.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Creative integrity protects value.</a:t>
            </a:r>
          </a:p>
          <a:p/>
          <a:p>
            <a:r>
              <a:t>A strong brand association comes from real quality.</a:t>
            </a:r>
          </a:p>
          <a:p/>
          <a:p>
            <a:r>
              <a:t>No bought curation / Sponsors do not purchase artist selection.</a:t>
            </a:r>
          </a:p>
          <a:p>
            <a:r>
              <a:t>No borrowed fame / Artist images, marks and participation need permission.</a:t>
            </a:r>
          </a:p>
          <a:p>
            <a:r>
              <a:t>No visitor-list sale / Privacy and consent control relationship information.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A useful destination week.</a:t>
            </a:r>
          </a:p>
          <a:p/>
          <a:p>
            <a:r>
              <a:t>Proposed August 9–15, 2027; dates/site remain unbooked.</a:t>
            </a:r>
          </a:p>
          <a:p/>
          <a:p>
            <a:r>
              <a:t>PREVIEW / Adviser, artist, press and partner attention.</a:t>
            </a:r>
          </a:p>
          <a:p>
            <a:r>
              <a:t>PUBLIC / Free art, making, conversation and guided options.</a:t>
            </a:r>
          </a:p>
          <a:p>
            <a:r>
              <a:t>AFTER / Seller fulfillment, sponsor evidence and qualified follow-up.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What we will measure.</a:t>
            </a:r>
          </a:p>
          <a:p/>
          <a:p>
            <a:r>
              <a:t>Measure contracted value rather than inventing reach.</a:t>
            </a:r>
          </a:p>
          <a:p/>
          <a:p>
            <a:r>
              <a:t>Delivery / Actual rights/program fulfillment and service quality.</a:t>
            </a:r>
          </a:p>
          <a:p>
            <a:r>
              <a:t>Participation / Entries, estimated unique visitors and program use, with methods.</a:t>
            </a:r>
          </a:p>
          <a:p>
            <a:r>
              <a:t>Artist outcomes / Paid work, completed sales and cleared aggregate seller outcomes.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A first step can be bounded.</a:t>
            </a:r>
          </a:p>
          <a:p/>
          <a:p>
            <a:r>
              <a:t>Discovery support may be credited once toward an agreed later package.</a:t>
            </a:r>
          </a:p>
          <a:p/>
          <a:p>
            <a:r>
              <a:t>$75,000 / Paid discovery target</a:t>
            </a:r>
          </a:p>
          <a:p>
            <a:r>
              <a:t>6 weeks / Proposed evidence stage</a:t>
            </a:r>
          </a:p>
          <a:p>
            <a:r>
              <a:t>G3 / Public launch only after funding/site evidence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Make the partnership practical.</a:t>
            </a:r>
          </a:p>
          <a:p/>
          <a:p>
            <a:r>
              <a:t>Professional responsibility matters as much as creative ambition.</a:t>
            </a:r>
          </a:p>
          <a:p/>
          <a:p>
            <a:r>
              <a:t>Terms / Cash schedule, cancellation, exclusivity and approved rights.</a:t>
            </a:r>
          </a:p>
          <a:p>
            <a:r>
              <a:t>Cost / Every activation/hospitality promise priced and funded.</a:t>
            </a:r>
          </a:p>
          <a:p>
            <a:r>
              <a:t>Approval / Owner, artist and specialist permissions respected.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Find the right partnership.</a:t>
            </a:r>
          </a:p>
          <a:p/>
          <a:p>
            <a:r>
              <a:t>Start with business objectives and a specific funded chapter, not a generic logo placement.</a:t>
            </a:r>
          </a:p>
          <a:p/>
          <a:p>
            <a:r>
              <a:t>Agree the audience and useful outcome.</a:t>
            </a:r>
          </a:p>
          <a:p>
            <a:r>
              <a:t>Scope rights, cost and delivery evidence.</a:t>
            </a:r>
          </a:p>
          <a:p>
            <a:r>
              <a:t>Commit only after the required site and funding gates.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sponsors, hospitality and destination partners</a:t>
            </a:r>
          </a:p>
          <a:p>
            <a:r>
              <a:t>A proposal with visible assumptions.</a:t>
            </a:r>
          </a:p>
          <a:p/>
          <a:p>
            <a:r>
              <a:t>No sponsor, hospitality partner or artist has accepted participation.</a:t>
            </a:r>
          </a:p>
          <a:p/>
          <a:p>
            <a:r>
              <a:t>Package prices and audience targets are original unvalidated assumptions.</a:t>
            </a:r>
          </a:p>
          <a:p>
            <a:r>
              <a:t>Primary research, business plan, marketing plan and cash model accompany the deck.</a:t>
            </a:r>
          </a:p>
          <a:p>
            <a:r>
              <a:t>Approved images/marks and actual agreement details belong in the release copy.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SPONSORSHIP + DESTINATION PARTNERSHIPS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Art. Public imagination. A reason to 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Three audiences, one coherent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857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Every number is a target until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Collectors + advisers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Qualified relationships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thoughtful acquisition 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3190494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Residents + first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core art discovery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intelligible participation.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3190494"/>
            <a:ext cx="4096511" cy="4152137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3190494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574542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Creative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946142"/>
            <a:ext cx="3584447" cy="21861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artist, teaching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program contribution.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audience case to validate.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No sponsor is being sold an already-proven crowd.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Unique visitor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Qualified collector-household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Public art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Choose a meaningful chapter.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Activations follow artistic/site/rights approval and are costed.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access +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Pay educators, interpretation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an excellent welcome.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 artist-authored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commissions and credible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Collecting +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hospitality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Useful approved client visits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informed conversations.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package architecture to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Cash target $1.25m. No package is sold or demand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1 × $400k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Presenting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underwriting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2 × $200k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Lead program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underwriting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4 × $75k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Program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10 × $15k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Supporting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Benefits with a delivery owner.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Define the audience, cost, rights, capacity and proof for each benefit.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Association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naming/credit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appropriate content.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Scoped client/public program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licensed hospitality.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Verified delivery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consented aggregate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Creative integrity protects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strong brand association comes from real 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No bought curation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Sponsors do not purchase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 selection.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No borrowed fame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 images, marks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participation need permission.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No visitor-list 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Privacy and consent control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relationship information.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useful destination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Proposed August 9–15, 2027; dates/site remain unbooked.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Adviser, artist, press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partner attention.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art, making,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conversation and guided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Seller fulfillment, sponsor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evidence and qualified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follow-up.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What we will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Measure contracted value rather than inventing reach.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Actual rights/program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fulfillment and service quality.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Entries, estimated unique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visitors and program use, with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methods.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work, completed sales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cleared aggregate seller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first step can be bounded.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Discovery support may be credited once toward an agreed later package.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Paid discovery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Proposed evidence stage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Public launch only after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funding/site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Make the partnership practical.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Professional responsibility matters as much as creative ambition.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Cash schedule, cancellation,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exclusivity and approved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Every activation/hospitality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promise priced and funded.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Owner, artist and specialist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permissions respected.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Find the right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0912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Start with business objectives and a specific funded chapter, not a generic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logo placement.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605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605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Agree the audience and useful outcome.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Scope rights, cost and delivery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62356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Commit only after the required site and funding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COMMERCIAL SPONSORS, HOSPITALITY AND DESTINATION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proposal with visible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No sponsor, hospitality partner or artist has accepted participation.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Package prices and audience targets are original unvalidated assumptions.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Primary research, business plan, marketing plan and cash model accompany the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Approved images/marks and actual agreement details belong in the release copy.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 — Commercial sponsors, hospitality and destination partners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