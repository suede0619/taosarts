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Creative direction / working brand system</a:t>
            </a:r>
          </a:p>
          <a:p>
            <a:r>
              <a:t>COMMON ALTITUDE</a:t>
            </a:r>
          </a:p>
          <a:p/>
          <a:p>
            <a:r>
              <a:t>OFFICE OF THE IMPOSSIBLE</a:t>
            </a:r>
          </a:p>
          <a:p>
            <a:r>
              <a:t>Working creative direction / Denver 2027</a:t>
            </a:r>
          </a:p>
          <a:p/>
          <a:p/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Creative direction / working brand system</a:t>
            </a:r>
          </a:p>
          <a:p>
            <a:r>
              <a:t>The ordinary becomes extraordinary.</a:t>
            </a:r>
          </a:p>
          <a:p/>
          <a:p>
            <a:r>
              <a:t>A remarkable place to discover and acquire art, open to the city.</a:t>
            </a:r>
          </a:p>
          <a:p/>
          <a:p>
            <a:r>
              <a:t>Artist authorship, a public welcome and a serious art market.</a:t>
            </a:r>
          </a:p>
          <a:p>
            <a:r>
              <a:t>A familiar room can become an unexpected encounter.</a:t>
            </a:r>
          </a:p>
          <a:p>
            <a:r>
              <a:t>The visitor experience should be as good as the headline idea.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Creative direction / working brand system</a:t>
            </a:r>
          </a:p>
          <a:p>
            <a:r>
              <a:t>A precise interruption.</a:t>
            </a:r>
          </a:p>
          <a:p/>
          <a:p>
            <a:r>
              <a:t>Ink and paper establish calm. Citron and cobalt create a controlled moment of surprise.</a:t>
            </a:r>
          </a:p>
          <a:p/>
          <a:p/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Creative direction / working brand system</a:t>
            </a:r>
          </a:p>
          <a:p>
            <a:r>
              <a:t>An open frame. A shared passage.</a:t>
            </a:r>
          </a:p>
          <a:p/>
          <a:p>
            <a:r>
              <a:t>An original abstract identity device, not a drawing of the venue.</a:t>
            </a:r>
          </a:p>
          <a:p/>
          <a:p>
            <a:r>
              <a:t>A room, a threshold and a horizon.</a:t>
            </a:r>
          </a:p>
          <a:p>
            <a:r>
              <a:t>Two structures in one coherent system.</a:t>
            </a:r>
          </a:p>
          <a:p>
            <a:r>
              <a:t>Simple enough for a label; strong enough for a facade-scale concept.</a:t>
            </a:r>
          </a:p>
          <a:p>
            <a:r>
              <a:t>Final name/mark clearance and production proofs remain required.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Creative direction / working brand system</a:t>
            </a:r>
          </a:p>
          <a:p>
            <a:r>
              <a:t>A clear invitation.</a:t>
            </a:r>
          </a:p>
          <a:p/>
          <a:p>
            <a:r>
              <a:t>A concept application with honest proposed status, not a public event announcement.</a:t>
            </a:r>
          </a:p>
          <a:p/>
          <a:p>
            <a:r>
              <a:t>Oversized short language.</a:t>
            </a:r>
          </a:p>
          <a:p>
            <a:r>
              <a:t>A disciplined original graphic.</a:t>
            </a:r>
          </a:p>
          <a:p>
            <a:r>
              <a:t>Practical information remains readable.</a:t>
            </a:r>
          </a:p>
          <a:p>
            <a:r>
              <a:t>Artwork is credited evidence, never decorative stock.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Creative direction / working brand system</a:t>
            </a:r>
          </a:p>
          <a:p>
            <a:r>
              <a:t>One system. Many voices.</a:t>
            </a:r>
          </a:p>
          <a:p/>
          <a:p>
            <a:r>
              <a:t>The art leads; the system supplies coherence.</a:t>
            </a:r>
          </a:p>
          <a:p/>
          <a:p>
            <a:r>
              <a:t>PRECISE / Editorial clarity, accurate information and serious service.</a:t>
            </a:r>
          </a:p>
          <a:p>
            <a:r>
              <a:t>NOCTURNAL / Artist-led light/sound for specific approved programs.</a:t>
            </a:r>
          </a:p>
          <a:p>
            <a:r>
              <a:t>MATERIAL / Hands, making and paid local authorship.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Creative direction / working brand system</a:t>
            </a:r>
          </a:p>
          <a:p>
            <a:r>
              <a:t>Make the experience worthy of the art.</a:t>
            </a:r>
          </a:p>
          <a:p/>
          <a:p>
            <a:r>
              <a:t>Review the direction with artists, buyers, residents and disabled visitors; refine through funded design work.</a:t>
            </a:r>
          </a:p>
          <a:p/>
          <a:p>
            <a:r>
              <a:t>Keep authorship, rights and public welcome intact.</a:t>
            </a:r>
          </a:p>
          <a:p>
            <a:r>
              <a:t>Choose achievable exceptional work over borrowed spectacle.</a:t>
            </a:r>
          </a:p>
          <a:p>
            <a:r>
              <a:t>Use the brand book and production briefs as the working system.</a:t>
            </a:r>
          </a:p>
          <a:p/>
          <a:p>
            <a:r>
              <a:t>Status: working proposal; site/date/partners/funding/capacities unconfirmed. No external action is authorized by the deck.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CREATIVE DIRECTION / WORKING BRAND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8686800" cy="292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COMMON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ALTITUDE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00600"/>
            <a:ext cx="8138160" cy="1508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OFFICE OF THE IMPOSSIBLE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Working creative direction / Denver 2027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648205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1648205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99629" y="1648205"/>
            <a:ext cx="94731" cy="237506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05718" y="2561691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0571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4694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05718" y="6120902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5207416"/>
            <a:ext cx="1623974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675120"/>
            <a:ext cx="36576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A6AAA6"/>
                </a:solidFill>
                <a:latin typeface="Arial"/>
              </a:defRPr>
            </a:pPr>
            <a:r>
              <a:t>ORIGINAL CONCEPT GRAPHIC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CREATIVE DIRECTION / WORKING BRAND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The ordinary becomes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extraordinary.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857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 remarkable place to discover and acquire art, open to the city.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17926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3190494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Artist authorship, a public welcome and a serious art market.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601972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4574540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A familiar room can become an unexpected encounter.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986018"/>
            <a:ext cx="68580" cy="45720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5958586"/>
            <a:ext cx="12252960" cy="12651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151A22"/>
                </a:solidFill>
                <a:latin typeface="Arial"/>
              </a:defRPr>
            </a:pPr>
            <a:r>
              <a:t>The visitor experience should be as good as the headline idea.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CREATIVE DIRECTION / WORKING BRAND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precise interruption.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Ink and paper establish calm. Citron and cobalt create a controlled moment of surprise.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2468879" cy="348386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6565392"/>
            <a:ext cx="2468879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51A22"/>
                </a:solidFill>
                <a:latin typeface="Arial"/>
              </a:defRPr>
            </a:pPr>
            <a:r>
              <a:t>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958583"/>
            <a:ext cx="2468879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51A22"/>
                </a:solidFill>
                <a:latin typeface="Arial"/>
              </a:defRPr>
            </a:pPr>
            <a:r>
              <a:t>#151A22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2852928"/>
            <a:ext cx="2468879" cy="3483863"/>
          </a:xfrm>
          <a:prstGeom prst="rect">
            <a:avLst/>
          </a:prstGeom>
          <a:solidFill>
            <a:srgbClr val="F3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6565392"/>
            <a:ext cx="2468879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51A22"/>
                </a:solidFill>
                <a:latin typeface="Arial"/>
              </a:defRPr>
            </a:pPr>
            <a:r>
              <a:t>PAPER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6958583"/>
            <a:ext cx="2468879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51A22"/>
                </a:solidFill>
                <a:latin typeface="Arial"/>
              </a:defRPr>
            </a:pPr>
            <a:r>
              <a:t>#F3F0E9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852928"/>
            <a:ext cx="2468879" cy="3483863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6565392"/>
            <a:ext cx="2468879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51A22"/>
                </a:solidFill>
                <a:latin typeface="Arial"/>
              </a:defRPr>
            </a:pPr>
            <a:r>
              <a:t>CITRON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958583"/>
            <a:ext cx="2468879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51A22"/>
                </a:solidFill>
                <a:latin typeface="Arial"/>
              </a:defRPr>
            </a:pPr>
            <a:r>
              <a:t>#DCFF5F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59" y="2852928"/>
            <a:ext cx="2468879" cy="3483863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6565392"/>
            <a:ext cx="2468879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51A22"/>
                </a:solidFill>
                <a:latin typeface="Arial"/>
              </a:defRPr>
            </a:pPr>
            <a:r>
              <a:t>COBALT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6958583"/>
            <a:ext cx="2468879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51A22"/>
                </a:solidFill>
                <a:latin typeface="Arial"/>
              </a:defRPr>
            </a:pPr>
            <a:r>
              <a:t>#2948FF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155680" y="2852928"/>
            <a:ext cx="2468879" cy="3483863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0" y="6565392"/>
            <a:ext cx="2468879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151A22"/>
                </a:solidFill>
                <a:latin typeface="Arial"/>
              </a:defRPr>
            </a:pPr>
            <a:r>
              <a:t>STONE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958583"/>
            <a:ext cx="2468879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151A22"/>
                </a:solidFill>
                <a:latin typeface="Arial"/>
              </a:defRPr>
            </a:pPr>
            <a:r>
              <a:t>#A6AAA6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CREATIVE DIRECTION / WORKING BRAND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An open frame.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shared passage.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857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An original abstract identity device, not a drawing of the venue.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544" y="3190494"/>
            <a:ext cx="2043785" cy="7948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72544" y="3190494"/>
            <a:ext cx="79480" cy="3065678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36849" y="3190494"/>
            <a:ext cx="79480" cy="199269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7349" y="3956913"/>
            <a:ext cx="2043785" cy="7948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67349" y="3956913"/>
            <a:ext cx="79480" cy="3065678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1655" y="3956913"/>
            <a:ext cx="79480" cy="3065678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67349" y="6943111"/>
            <a:ext cx="2043785" cy="7948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72544" y="6176691"/>
            <a:ext cx="1362523" cy="79480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3190494"/>
            <a:ext cx="603504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51A22"/>
                </a:solidFill>
                <a:latin typeface="Arial"/>
              </a:defRPr>
            </a:pPr>
            <a:r>
              <a:t>A room, a threshold and a horizon.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4150614"/>
            <a:ext cx="603504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51A22"/>
                </a:solidFill>
                <a:latin typeface="Arial"/>
              </a:defRPr>
            </a:pPr>
            <a:r>
              <a:t>Two structures in one coherent system.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10734"/>
            <a:ext cx="603504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51A22"/>
                </a:solidFill>
                <a:latin typeface="Arial"/>
              </a:defRPr>
            </a:pPr>
            <a:r>
              <a:t>Simple enough for a label; strong enough for a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51A22"/>
                </a:solidFill>
                <a:latin typeface="Arial"/>
              </a:defRPr>
            </a:pPr>
            <a:r>
              <a:t>facade-scale concept.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6070854"/>
            <a:ext cx="603504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51A22"/>
                </a:solidFill>
                <a:latin typeface="Arial"/>
              </a:defRPr>
            </a:pPr>
            <a:r>
              <a:t>Final name/mark clearance and production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51A22"/>
                </a:solidFill>
                <a:latin typeface="Arial"/>
              </a:defRPr>
            </a:pPr>
            <a:r>
              <a:t>proofs remain required.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CREATIVE DIRECTION / WORKING BRAND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 clear invitation.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 concept application with honest proposed status, not a public event announcement.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754880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3127248"/>
            <a:ext cx="4206240" cy="1645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DCFF5F"/>
                </a:solidFill>
                <a:latin typeface="Arial"/>
              </a:defRPr>
            </a:pPr>
            <a:r>
              <a:t>ART IS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DCFF5F"/>
                </a:solidFill>
                <a:latin typeface="Arial"/>
              </a:defRPr>
            </a:pPr>
            <a:r>
              <a:t>TAKING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100" b="1">
                <a:solidFill>
                  <a:srgbClr val="DCFF5F"/>
                </a:solidFill>
                <a:latin typeface="Arial"/>
              </a:defRPr>
            </a:pPr>
            <a:r>
              <a:t>OVER.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5138928"/>
            <a:ext cx="411480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3F0E9"/>
                </a:solidFill>
                <a:latin typeface="Arial"/>
              </a:defRPr>
            </a:pPr>
            <a:r>
              <a:t>COMMON ALTITUDE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F3F0E9"/>
                </a:solidFill>
                <a:latin typeface="Arial"/>
              </a:defRPr>
            </a:pPr>
            <a:r>
              <a:t>DENVER /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852928"/>
            <a:ext cx="7040880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51A22"/>
                </a:solidFill>
                <a:latin typeface="Arial"/>
              </a:defRPr>
            </a:pPr>
            <a:r>
              <a:t>Oversized short language.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813048"/>
            <a:ext cx="7040880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51A22"/>
                </a:solidFill>
                <a:latin typeface="Arial"/>
              </a:defRPr>
            </a:pPr>
            <a:r>
              <a:t>A disciplined original graphic.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773168"/>
            <a:ext cx="7040880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51A22"/>
                </a:solidFill>
                <a:latin typeface="Arial"/>
              </a:defRPr>
            </a:pPr>
            <a:r>
              <a:t>Practical information remains readable.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733288"/>
            <a:ext cx="7040880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151A22"/>
                </a:solidFill>
                <a:latin typeface="Arial"/>
              </a:defRPr>
            </a:pPr>
            <a:r>
              <a:t>Artwork is credited evidence, never decorative stock.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CREATIVE DIRECTION / WORKING BRAND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One system. Many voices.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art leads; the system supplies coherence.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PRECISE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Editorial clarity, accurate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information and serious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service.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NOCTURNAL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Artist-led light/sound for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specific approved programs.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MATERIAL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Hands, making and paid local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authorship.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THE NEXT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418320" cy="2011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Make the experience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worthy of the art.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50184"/>
            <a:ext cx="9601200" cy="137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Review the direction with artists, buyers, residents and disabled visitors;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refine through funded design 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25958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25958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Keep authorship, rights and public welcome intact.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9110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99110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Choose achievable exceptional work over borrowed spectacle.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72262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572262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Use the brand book and production briefs as the working system.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40253" y="3931920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40253" y="3931920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793268" y="3931920"/>
            <a:ext cx="58792" cy="14740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28178" y="4498848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928178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381194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928178" y="6707767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340253" y="6140839"/>
            <a:ext cx="1007872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COMMON ALTITUDE — Creative direction / working brand system</dc:title>
  <dc:subject>Conditional proposal for review, October 24 2026</dc:subject>
  <dc:creator>Common Altitude planning</dc:creator>
  <cp:keywords/>
  <dc:description>generated using python-pptx</dc:description>
  <cp:lastModifiedBy>Common Altitude planning</cp:lastModifiedBy>
  <cp:revision>1</cp:revision>
  <dcterms:created xsi:type="dcterms:W3CDTF">2013-01-27T09:14:16Z</dcterms:created>
  <dcterms:modified xsi:type="dcterms:W3CDTF">2013-01-27T09:15:58Z</dcterms:modified>
  <cp:category/>
</cp:coreProperties>
</file>