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direction / working brand system</a:t>
            </a:r>
          </a:p>
          <a:p>
            <a:r>
              <a:t>COMMON ALTITUDE</a:t>
            </a:r>
          </a:p>
          <a:p/>
          <a:p>
            <a:r>
              <a:t>OFFICE OF THE IMPOSSIBLE</a:t>
            </a:r>
          </a:p>
          <a:p>
            <a:r>
              <a:t>Proposed Denver Art Fair &amp; Exhibition, 2027</a:t>
            </a:r>
          </a:p>
          <a:p/>
          <a:p/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direction / working brand system</a:t>
            </a:r>
          </a:p>
          <a:p>
            <a:r>
              <a:t>Art in former offices</a:t>
            </a:r>
          </a:p>
          <a:p/>
          <a:p>
            <a:r>
              <a:t>Artists and galleries present work for sale alongside commissions and free public programs.</a:t>
            </a:r>
          </a:p>
          <a:p/>
          <a:p>
            <a:r>
              <a:t>Give each artist or gallery a defined space and control of their presentation.</a:t>
            </a:r>
          </a:p>
          <a:p>
            <a:r>
              <a:t>Provide readable artwork records, buyer appointments and seller contacts.</a:t>
            </a:r>
          </a:p>
          <a:p>
            <a:r>
              <a:t>Pay creative work and keep core public art discovery free.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direction / working brand system</a:t>
            </a:r>
          </a:p>
          <a:p>
            <a:r>
              <a:t>Ink, paper and two accent colors</a:t>
            </a:r>
          </a:p>
          <a:p/>
          <a:p>
            <a:r>
              <a:t>Use ink and paper for reading. Citron and cobalt identify selected actions and programs.</a:t>
            </a:r>
          </a:p>
          <a:p/>
          <a:p/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direction / working brand system</a:t>
            </a:r>
          </a:p>
          <a:p>
            <a:r>
              <a:t>Two offset open frames</a:t>
            </a:r>
          </a:p>
          <a:p/>
          <a:p>
            <a:r>
              <a:t>The original abstract mark suggests connected rooms. It contains no measured building plan.</a:t>
            </a:r>
          </a:p>
          <a:p/>
          <a:p>
            <a:r>
              <a:t>Preserve the offset frames and their proportions.</a:t>
            </a:r>
          </a:p>
          <a:p>
            <a:r>
              <a:t>Use one-color versions on artwork labels and larger signs.</a:t>
            </a:r>
          </a:p>
          <a:p>
            <a:r>
              <a:t>Test legibility at actual production sizes.</a:t>
            </a:r>
          </a:p>
          <a:p>
            <a:r>
              <a:t>Clear the name and mark before public launch.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direction / working brand system</a:t>
            </a:r>
          </a:p>
          <a:p>
            <a:r>
              <a:t>Poster information and hierarchy</a:t>
            </a:r>
          </a:p>
          <a:p/>
          <a:p>
            <a:r>
              <a:t>The concept identifies the event. Dates, venue and participants still need confirmation.</a:t>
            </a:r>
          </a:p>
          <a:p/>
          <a:p>
            <a:r>
              <a:t>State Denver Art Fair &amp; Exhibition.</a:t>
            </a:r>
          </a:p>
          <a:p>
            <a:r>
              <a:t>Show the date and venue status clearly.</a:t>
            </a:r>
          </a:p>
          <a:p>
            <a:r>
              <a:t>Keep access and free/paid information readable.</a:t>
            </a:r>
          </a:p>
          <a:p>
            <a:r>
              <a:t>Credit art images and use them only with permission.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direction / working brand system</a:t>
            </a:r>
          </a:p>
          <a:p>
            <a:r>
              <a:t>Three exhibition settings</a:t>
            </a:r>
          </a:p>
          <a:p/>
          <a:p>
            <a:r>
              <a:t>Keep the same type, colors and information rules across the program.</a:t>
            </a:r>
          </a:p>
          <a:p/>
          <a:p>
            <a:r>
              <a:t>GALLERIES / Readable labels, full artwork views and quiet buying appointments.</a:t>
            </a:r>
          </a:p>
          <a:p>
            <a:r>
              <a:t>MEDIA WORKS / Artist-led light and sound with approved access and operating limits.</a:t>
            </a:r>
          </a:p>
          <a:p>
            <a:r>
              <a:t>WORKSHOPS / Paid artists lead making and learning with clear participant terms.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direction / working brand system</a:t>
            </a:r>
          </a:p>
          <a:p>
            <a:r>
              <a:t>Brand review and design scope</a:t>
            </a:r>
          </a:p>
          <a:p/>
          <a:p>
            <a:r>
              <a:t>Test the direction with artists, buyers, residents and disabled visitors. Fund the next design scope.</a:t>
            </a:r>
          </a:p>
          <a:p/>
          <a:p>
            <a:r>
              <a:t>Check whether visitors understand the event and next action.</a:t>
            </a:r>
          </a:p>
          <a:p>
            <a:r>
              <a:t>Test type, color, images and signs at actual sizes.</a:t>
            </a:r>
          </a:p>
          <a:p>
            <a:r>
              <a:t>Record changes and approval before public production.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CREATIVE DIRECTION / WORKING BRAND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OFFICE OF THE IMPOSSIBLE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Proposed Denver Art Fair &amp; Exhibition,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CREATIVE DIRECTION / WORKING BRAND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Art in former offices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Artists and galleries present work for sale alongside commissions and free public programs.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Give each artist or gallery a defined space and control of their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Provide readable artwork records, buyer appointments and seller contacts.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Pay creative work and keep core public art discovery free.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CREATIVE DIRECTION / WORKING BRAND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Ink, paper and two accent colors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Use ink and paper for reading. Citron and cobalt identify selected actions and programs.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2468879" cy="348386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65392"/>
            <a:ext cx="246887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A22"/>
                </a:solidFill>
                <a:latin typeface="Arial"/>
              </a:defRPr>
            </a:pPr>
            <a:r>
              <a:t>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958583"/>
            <a:ext cx="246887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A22"/>
                </a:solidFill>
                <a:latin typeface="Arial"/>
              </a:defRPr>
            </a:pPr>
            <a:r>
              <a:t>#151A22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852928"/>
            <a:ext cx="2468879" cy="3483863"/>
          </a:xfrm>
          <a:prstGeom prst="rect">
            <a:avLst/>
          </a:prstGeom>
          <a:solidFill>
            <a:srgbClr val="F3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6565392"/>
            <a:ext cx="246887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A22"/>
                </a:solidFill>
                <a:latin typeface="Arial"/>
              </a:defRPr>
            </a:pPr>
            <a:r>
              <a:t>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6958583"/>
            <a:ext cx="246887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A22"/>
                </a:solidFill>
                <a:latin typeface="Arial"/>
              </a:defRPr>
            </a:pPr>
            <a:r>
              <a:t>#F3F0E9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852928"/>
            <a:ext cx="2468879" cy="3483863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6565392"/>
            <a:ext cx="246887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A22"/>
                </a:solidFill>
                <a:latin typeface="Arial"/>
              </a:defRPr>
            </a:pPr>
            <a:r>
              <a:t>CITRON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6958583"/>
            <a:ext cx="246887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A22"/>
                </a:solidFill>
                <a:latin typeface="Arial"/>
              </a:defRPr>
            </a:pPr>
            <a:r>
              <a:t>#DCFF5F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59" y="2852928"/>
            <a:ext cx="2468879" cy="3483863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6565392"/>
            <a:ext cx="246887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A22"/>
                </a:solidFill>
                <a:latin typeface="Arial"/>
              </a:defRPr>
            </a:pPr>
            <a:r>
              <a:t>COBALT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6958583"/>
            <a:ext cx="246887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A22"/>
                </a:solidFill>
                <a:latin typeface="Arial"/>
              </a:defRPr>
            </a:pPr>
            <a:r>
              <a:t>#2948FF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0" y="2852928"/>
            <a:ext cx="2468879" cy="3483863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565392"/>
            <a:ext cx="246887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A22"/>
                </a:solidFill>
                <a:latin typeface="Arial"/>
              </a:defRPr>
            </a:pPr>
            <a:r>
              <a:t>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958583"/>
            <a:ext cx="246887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A22"/>
                </a:solidFill>
                <a:latin typeface="Arial"/>
              </a:defRPr>
            </a:pPr>
            <a:r>
              <a:t>#A6AAA6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CREATIVE DIRECTION / WORKING BRAND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Two offset open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original abstract mark suggests connected rooms. It contains no measured building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7520" y="2852928"/>
            <a:ext cx="2223820" cy="8648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7520" y="2852928"/>
            <a:ext cx="86481" cy="333573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4858" y="2852928"/>
            <a:ext cx="86481" cy="2168225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339" y="3686860"/>
            <a:ext cx="2223820" cy="8648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2339" y="3686860"/>
            <a:ext cx="86481" cy="333573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49678" y="3686860"/>
            <a:ext cx="86481" cy="333573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12339" y="6936110"/>
            <a:ext cx="2223820" cy="8648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47520" y="6102177"/>
            <a:ext cx="1482547" cy="86481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852928"/>
            <a:ext cx="60350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Preserve the offset frames and their proportions.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13048"/>
            <a:ext cx="60350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Use one-color versions on artwork labels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larger signs.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773168"/>
            <a:ext cx="60350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Test legibility at actual production sizes.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733288"/>
            <a:ext cx="60350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Clear the name and mark before public launch.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CREATIVE DIRECTION / WORKING BRAND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Poster information and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concept identifies the event. Dates, venue and participants still need confirmation.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754880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127248"/>
            <a:ext cx="420624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DCFF5F"/>
                </a:solidFill>
                <a:latin typeface="Arial"/>
              </a:defRPr>
            </a:pPr>
            <a:r>
              <a:t>DENVER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DCFF5F"/>
                </a:solidFill>
                <a:latin typeface="Arial"/>
              </a:defRPr>
            </a:pPr>
            <a:r>
              <a:t>ART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38928"/>
            <a:ext cx="411480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3F0E9"/>
                </a:solidFill>
                <a:latin typeface="Arial"/>
              </a:defRPr>
            </a:pPr>
            <a:r>
              <a:t>COMMON ALTITUDE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3F0E9"/>
                </a:solidFill>
                <a:latin typeface="Arial"/>
              </a:defRPr>
            </a:pPr>
            <a:r>
              <a:t>DENVER /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52928"/>
            <a:ext cx="704088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State Denver Art Fair &amp; Exhibition.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13048"/>
            <a:ext cx="704088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Show the date and venue status clearly.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73168"/>
            <a:ext cx="704088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Keep access and free/paid information readable.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733288"/>
            <a:ext cx="704088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51A22"/>
                </a:solidFill>
                <a:latin typeface="Arial"/>
              </a:defRPr>
            </a:pPr>
            <a:r>
              <a:t>Credit art images and use them only with permission.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CREATIVE DIRECTION / WORKING BRAND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Three exhibition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Keep the same type, colors and information rules across the program.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GALLERIES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Readable labels, full artwork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views and quiet buying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appointments.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MEDIA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Artist-led light and sound with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approved access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operating limits.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WORKSHOPS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Paid artists lead making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learning with clear participant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Brand review and design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50184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Test the direction with artists, buyers, residents and disabled visitors.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Fund the next design scope.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958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5958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Check whether visitors understand the event and next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9110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99110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Test type, color, images and signs at actual sizes.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7226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7226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Record changes and approval before public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ALTITUDE. Creative direction / working brand system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