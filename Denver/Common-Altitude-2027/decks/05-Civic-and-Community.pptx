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COMMON ALTITUDE</a:t>
            </a:r>
          </a:p>
          <a:p/>
          <a:p>
            <a:r>
              <a:t>CIVIC + COMMUNITY DISCUSSION</a:t>
            </a:r>
          </a:p>
          <a:p>
            <a:r>
              <a:t>A proposed art fair and exhibition with a public welcome.</a:t>
            </a:r>
          </a:p>
          <a:p/>
          <a:p/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More art in people's lives. More income in artists' hands.</a:t>
            </a:r>
          </a:p>
          <a:p/>
          <a:p>
            <a:r>
              <a:t>The event must create useful local value, not merely an impressive temporary image.</a:t>
            </a:r>
          </a:p>
          <a:p/>
          <a:p>
            <a:r>
              <a:t>Free core art discovery.</a:t>
            </a:r>
          </a:p>
          <a:p>
            <a:r>
              <a:t>Paid artistic and educational contribution.</a:t>
            </a:r>
          </a:p>
          <a:p>
            <a:r>
              <a:t>Accountable operations and truthful outcomes.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Proposed paid creative contribution.</a:t>
            </a:r>
          </a:p>
          <a:p/>
          <a:p>
            <a:r>
              <a:t>Illustrative envelopes; no commissions or grants awarded.</a:t>
            </a:r>
          </a:p>
          <a:p/>
          <a:p>
            <a:r>
              <a:t>$200,000 / Artist/program-fee envelope</a:t>
            </a:r>
          </a:p>
          <a:p>
            <a:r>
              <a:t>12 / Direct-artist salon targets</a:t>
            </a:r>
          </a:p>
          <a:p>
            <a:r>
              <a:t>$30,000 / Combined proposed salon stipends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A credible public welcome.</a:t>
            </a:r>
          </a:p>
          <a:p/>
          <a:p>
            <a:r>
              <a:t>Access is operational, not simply a slogan.</a:t>
            </a:r>
          </a:p>
          <a:p/>
          <a:p>
            <a:r>
              <a:t>Before arrival / Clear free/paid information, transport and access/sensory details.</a:t>
            </a:r>
          </a:p>
          <a:p>
            <a:r>
              <a:t>At the site / Approved accessible routes, rest/help and trained staff.</a:t>
            </a:r>
          </a:p>
          <a:p>
            <a:r>
              <a:t>In the program / Free learning, appropriate making and paid local leadership.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Respect the site and the city.</a:t>
            </a:r>
          </a:p>
          <a:p/>
          <a:p>
            <a:r>
              <a:t>The proposed property is a construction/tenant environment until evidence shows what can be used.</a:t>
            </a:r>
          </a:p>
          <a:p/>
          <a:p>
            <a:r>
              <a:t>Approvals / Actual use, capacity, life safety and required inspections.</a:t>
            </a:r>
          </a:p>
          <a:p>
            <a:r>
              <a:t>Boundaries / Owner, tenants, contractors, concourse and public realm.</a:t>
            </a:r>
          </a:p>
          <a:p>
            <a:r>
              <a:t>Neighbors / Sound, hours, arrival, loading, waste and factual contact routes.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Local authorship matters.</a:t>
            </a:r>
          </a:p>
          <a:p/>
          <a:p>
            <a:r>
              <a:t>Institutional names do not create agreement or permission.</a:t>
            </a:r>
          </a:p>
          <a:p/>
          <a:p>
            <a:r>
              <a:t>Paid listening / Community concerns inform the brief before it is fixed.</a:t>
            </a:r>
          </a:p>
          <a:p>
            <a:r>
              <a:t>Cultural authority / Relevant artists/communities lead their own representation.</a:t>
            </a:r>
          </a:p>
          <a:p>
            <a:r>
              <a:t>Independent selection / Commercial underwriting does not buy the program.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A proposed seven-day program.</a:t>
            </a:r>
          </a:p>
          <a:p/>
          <a:p>
            <a:r>
              <a:t>August 9–15, 2027 remains a planning week, not a city-approved date.</a:t>
            </a:r>
          </a:p>
          <a:p/>
          <a:p>
            <a:r>
              <a:t>PROFESSIONAL / Two orientation/preview days.</a:t>
            </a:r>
          </a:p>
          <a:p>
            <a:r>
              <a:t>PUBLIC / Five free-core-art days, talks and making.</a:t>
            </a:r>
          </a:p>
          <a:p>
            <a:r>
              <a:t>CLOSE / Restoration, settlement and evidence-led reporting.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Report results that mean something.</a:t>
            </a:r>
          </a:p>
          <a:p/>
          <a:p>
            <a:r>
              <a:t>No unsupported economic-impact multiplier.</a:t>
            </a:r>
          </a:p>
          <a:p/>
          <a:p>
            <a:r>
              <a:t>Artist value / Fees, completed sales and settlement performance.</a:t>
            </a:r>
          </a:p>
          <a:p>
            <a:r>
              <a:t>Public value / Access, participation, learning and local feedback.</a:t>
            </a:r>
          </a:p>
          <a:p>
            <a:r>
              <a:t>Operating value / Incidents, restoration, complaints and corrective action.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Public grants are not the base case.</a:t>
            </a:r>
          </a:p>
          <a:p/>
          <a:p>
            <a:r>
              <a:t>The commercial proposal must stand on a lawful funded structure.</a:t>
            </a:r>
          </a:p>
          <a:p/>
          <a:p>
            <a:r>
              <a:t>$0 / Public grants in base income</a:t>
            </a:r>
          </a:p>
          <a:p>
            <a:r>
              <a:t>G1 / Site feasibility before promises</a:t>
            </a:r>
          </a:p>
          <a:p>
            <a:r>
              <a:t>G7 / Required readiness before opening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What we want to learn.</a:t>
            </a:r>
          </a:p>
          <a:p/>
          <a:p>
            <a:r>
              <a:t>This is a coordination discussion, not a submitted application.</a:t>
            </a:r>
          </a:p>
          <a:p/>
          <a:p>
            <a:r>
              <a:t>Applicable process / Correct agencies, use/permit path and review timing.</a:t>
            </a:r>
          </a:p>
          <a:p>
            <a:r>
              <a:t>Public fit / Meaningful local benefit and eligible program scope, if any.</a:t>
            </a:r>
          </a:p>
          <a:p>
            <a:r>
              <a:t>Concerns early / Construction, access, community, noise and public-realm issues.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Help define a responsible path.</a:t>
            </a:r>
          </a:p>
          <a:p/>
          <a:p>
            <a:r>
              <a:t>If appropriate, identify the correct coordination route and evidence needed before the concept proceeds.</a:t>
            </a:r>
          </a:p>
          <a:p/>
          <a:p>
            <a:r>
              <a:t>No implied city endorsement or funding.</a:t>
            </a:r>
          </a:p>
          <a:p>
            <a:r>
              <a:t>No unapproved public-property use.</a:t>
            </a:r>
          </a:p>
          <a:p>
            <a:r>
              <a:t>Return with specific site, team, finance and public-benefit evidence.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Civic agencies, arts/community organizations and access partners</a:t>
            </a:r>
          </a:p>
          <a:p>
            <a:r>
              <a:t>Current evidence and unresolved conditions.</a:t>
            </a:r>
          </a:p>
          <a:p/>
          <a:p>
            <a:r>
              <a:t>Dated primary guidance and prior venue research are in the repository.</a:t>
            </a:r>
          </a:p>
          <a:p/>
          <a:p>
            <a:r>
              <a:t>Denver event/arts-program guidance; ADA/WCAG design references.</a:t>
            </a:r>
          </a:p>
          <a:p>
            <a:r>
              <a:t>Exact footprint, lawful use, capacity and construction availability remain unresolved.</a:t>
            </a:r>
          </a:p>
          <a:p>
            <a:r>
              <a:t>Public-program partners and accepted roles require separate agreement.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uede0619/taosarts/blob/main/Denver/Common-Altitude-2027/RESEARCH.md" TargetMode="Externa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8686800" cy="292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COMMON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ALTITUDE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00600"/>
            <a:ext cx="8138160" cy="1508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CIVIC + COMMUNITY DISCUSSION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A proposed art fair and exhibition with a public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648205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648205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99629" y="1648205"/>
            <a:ext cx="94731" cy="237506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05718" y="2561691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0571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4694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05718" y="6120902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5207416"/>
            <a:ext cx="1623974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675120"/>
            <a:ext cx="36576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A6AAA6"/>
                </a:solidFill>
                <a:latin typeface="Arial"/>
              </a:defRPr>
            </a:pPr>
            <a:r>
              <a:t>ORIGINAL CONCEPT GRAPHIC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More art in people's lives.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More income in artists' hands.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857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event must create useful local value, not merely an impressive temporary image.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17926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3190494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Free core art discovery.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601972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574540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Paid artistic and educational contribution.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986018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5958586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Accountable operations and truthful outcomes.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Proposed paid creative contribution.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Illustrative envelopes; no commissions or grants awarded.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$200,000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Artist/program-fee envelope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Direct-artist salon targets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$30,000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Combined proposed salon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stipends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credible public welcome.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Access is operational, not simply a slogan.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Before arrival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Clear free/paid information,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transport and access/sensory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details.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At the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Approved accessible routes,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rest/help and trained staff.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In the program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Free learning, appropriate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making and paid local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leadership.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Respect the site and the city.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proposed property is a construction/tenant environment until evidence shows what can be used.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Approvals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Actual use, capacity, life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safety and required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inspections.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Boundaries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Owner, tenants, contractors,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concourse and public realm.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Neighbors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Sound, hours, arrival, loading,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waste and factual contact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routes.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Local authorship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Institutional names do not create agreement or permission.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Paid listening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Community concerns inform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the brief before it is fixed.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Cultural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Relevant artists/communities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lead their own representation.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Independent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Commercial underwriting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does not buy the program.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proposed seven-day program.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August 9–15, 2027 remains a planning week, not a city-approved date.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PROFESSIONAL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Two orientation/preview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PUBLIC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Five free-core-art days, talks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making.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Restoration, settlement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evidence-led reporting.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Report results that mean something.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No unsupported economic-impact multiplier.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Artist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Fees, completed sales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settlement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Public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Access, participation, learning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local feedback.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Operating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Incidents, restoration,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complaints and corrective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Public grants are not the base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commercial proposal must stand on a lawful funded structure.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Public grants in base income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G1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Site feasibility before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promises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G7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Required readiness before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opening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What we want to learn.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This is a coordination discussion, not a submitted application.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Applicable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Correct agencies, use/permit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path and review timing.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Public 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Meaningful local benefit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eligible program scope, if any.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Concerns early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Construction, access,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community, noise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public-realm issues.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THE 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418320" cy="2011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Help define a responsible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path.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50184"/>
            <a:ext cx="9601200" cy="137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If appropriate, identify the correct coordination route and evidence needed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before the concept proceeds.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958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25958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No implied city endorsement or funding.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9110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99110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No unapproved public-property use.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72262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572262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Return with specific site, team, finance and public-benefit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40253" y="3931920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40253" y="3931920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793268" y="3931920"/>
            <a:ext cx="58792" cy="14740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28178" y="4498848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928178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381194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928178" y="6707767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340253" y="6140839"/>
            <a:ext cx="1007872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CIVIC AGENCIES, ARTS/COMMUNITY ORGANIZATIONS AND ACCESS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Current evidence and unresolved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conditions.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857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Dated primary guidance and prior venue research are in the repository.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17926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1234440" y="3190494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Denver event/arts-program guidance; ADA/WCAG design references.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601972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>
            <a:hlinkClick r:id="rId2"/>
          </p:cNvPr>
          <p:cNvSpPr txBox="1"/>
          <p:nvPr/>
        </p:nvSpPr>
        <p:spPr>
          <a:xfrm>
            <a:off x="1234440" y="4574540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Exact footprint, lawful use, capacity and construction availability remain unresolved.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986018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2"/>
          </p:cNvPr>
          <p:cNvSpPr txBox="1"/>
          <p:nvPr/>
        </p:nvSpPr>
        <p:spPr>
          <a:xfrm>
            <a:off x="1234440" y="5958586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Public-program partners and accepted roles require separate agreement.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COMMON ALTITUDE — Civic agencies, arts/community organizations and access partners</dc:title>
  <dc:subject>Conditional proposal for review, October 24 2026</dc:subject>
  <dc:creator>Common Altitude planning</dc:creator>
  <cp:keywords/>
  <dc:description>generated using python-pptx</dc:description>
  <cp:lastModifiedBy>Common Altitude planning</cp:lastModifiedBy>
  <cp:revision>1</cp:revision>
  <dcterms:created xsi:type="dcterms:W3CDTF">2013-01-27T09:14:16Z</dcterms:created>
  <dcterms:modified xsi:type="dcterms:W3CDTF">2013-01-27T09:15:58Z</dcterms:modified>
  <cp:category/>
</cp:coreProperties>
</file>