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Civic agencies, arts/community organizations and access partners</a:t>
            </a:r>
          </a:p>
          <a:p>
            <a:r>
              <a:t>COMMON ALTITUDE</a:t>
            </a:r>
          </a:p>
          <a:p/>
          <a:p>
            <a:r>
              <a:t>CIVIC + COMMUNITY DISCUSSION</a:t>
            </a:r>
          </a:p>
          <a:p>
            <a:r>
              <a:t>A proposed art fair and exhibition with a public welcome.</a:t>
            </a:r>
          </a:p>
          <a:p/>
          <a:p/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Civic agencies, arts/community organizations and access partners</a:t>
            </a:r>
          </a:p>
          <a:p>
            <a:r>
              <a:t>Artist pay and free public access</a:t>
            </a:r>
          </a:p>
          <a:p/>
          <a:p>
            <a:r>
              <a:t>The proposal budgets creative work and core art access. Measure both outcomes.</a:t>
            </a:r>
          </a:p>
          <a:p/>
          <a:p>
            <a:r>
              <a:t>Free core art discovery.</a:t>
            </a:r>
          </a:p>
          <a:p>
            <a:r>
              <a:t>Paid artistic and educational contribution.</a:t>
            </a:r>
          </a:p>
          <a:p>
            <a:r>
              <a:t>Accountable operations and truthful outcomes.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Civic agencies, arts/community organizations and access partners</a:t>
            </a:r>
          </a:p>
          <a:p>
            <a:r>
              <a:t>Proposed creative fees</a:t>
            </a:r>
          </a:p>
          <a:p/>
          <a:p>
            <a:r>
              <a:t>The project has awarded no commission or grant.</a:t>
            </a:r>
          </a:p>
          <a:p/>
          <a:p>
            <a:r>
              <a:t>$200,000 / Artist/program-fee envelope</a:t>
            </a:r>
          </a:p>
          <a:p>
            <a:r>
              <a:t>12 / Direct-artist salon targets</a:t>
            </a:r>
          </a:p>
          <a:p>
            <a:r>
              <a:t>$30,000 / Combined proposed salon stipends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Civic agencies, arts/community organizations and access partners</a:t>
            </a:r>
          </a:p>
          <a:p>
            <a:r>
              <a:t>Visitor access before and during the fair</a:t>
            </a:r>
          </a:p>
          <a:p/>
          <a:p>
            <a:r>
              <a:t>Access requires information, usable routes, trained staff and suitable programs.</a:t>
            </a:r>
          </a:p>
          <a:p/>
          <a:p>
            <a:r>
              <a:t>Before arrival / Clear free/paid information, transport and access/sensory details.</a:t>
            </a:r>
          </a:p>
          <a:p>
            <a:r>
              <a:t>At the site / Approved accessible routes, rest/help and trained staff.</a:t>
            </a:r>
          </a:p>
          <a:p>
            <a:r>
              <a:t>In the program / Free learning, appropriate making and paid local leadership.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Civic agencies, arts/community organizations and access partners</a:t>
            </a:r>
          </a:p>
          <a:p>
            <a:r>
              <a:t>Site approval and neighborhood effects</a:t>
            </a:r>
          </a:p>
          <a:p/>
          <a:p>
            <a:r>
              <a:t>The property has construction and tenant constraints. Confirm each usable area.</a:t>
            </a:r>
          </a:p>
          <a:p/>
          <a:p>
            <a:r>
              <a:t>Approvals / Actual use, capacity, life safety and required inspections.</a:t>
            </a:r>
          </a:p>
          <a:p>
            <a:r>
              <a:t>Boundaries / Owner, tenants, contractors, concourse and public realm.</a:t>
            </a:r>
          </a:p>
          <a:p>
            <a:r>
              <a:t>Neighbors / Sound, hours, arrival, loading, waste and factual contact routes.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Civic agencies, arts/community organizations and access partners</a:t>
            </a:r>
          </a:p>
          <a:p>
            <a:r>
              <a:t>Local artist and community roles</a:t>
            </a:r>
          </a:p>
          <a:p/>
          <a:p>
            <a:r>
              <a:t>Ask communities about the work and pay for accepted contributions.</a:t>
            </a:r>
          </a:p>
          <a:p/>
          <a:p>
            <a:r>
              <a:t>Paid listening / Ask communities about the brief before finalizing it.</a:t>
            </a:r>
          </a:p>
          <a:p>
            <a:r>
              <a:t>Cultural authority / Relevant artists/communities lead their own representation.</a:t>
            </a:r>
          </a:p>
          <a:p>
            <a:r>
              <a:t>Independent selection / Commercial underwriting does not buy the program.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Civic agencies, arts/community organizations and access partners</a:t>
            </a:r>
          </a:p>
          <a:p>
            <a:r>
              <a:t>Proposed seven-day program</a:t>
            </a:r>
          </a:p>
          <a:p/>
          <a:p>
            <a:r>
              <a:t>The August 9–15, 2027 planning week has no city approval.</a:t>
            </a:r>
          </a:p>
          <a:p/>
          <a:p>
            <a:r>
              <a:t>PROFESSIONAL / Two orientation/preview days.</a:t>
            </a:r>
          </a:p>
          <a:p>
            <a:r>
              <a:t>PUBLIC / Five free-core-art days, talks and making.</a:t>
            </a:r>
          </a:p>
          <a:p>
            <a:r>
              <a:t>CLOSE / Restoration, settlement and evidence-led reporting.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Civic agencies, arts/community organizations and access partners</a:t>
            </a:r>
          </a:p>
          <a:p>
            <a:r>
              <a:t>Artist, public and operating results</a:t>
            </a:r>
          </a:p>
          <a:p/>
          <a:p>
            <a:r>
              <a:t>Report direct measures with methods. The plan uses no economic-impact multiplier.</a:t>
            </a:r>
          </a:p>
          <a:p/>
          <a:p>
            <a:r>
              <a:t>Artist value / Fees, completed sales and settlement performance.</a:t>
            </a:r>
          </a:p>
          <a:p>
            <a:r>
              <a:t>Public value / Access, participation, learning and local feedback.</a:t>
            </a:r>
          </a:p>
          <a:p>
            <a:r>
              <a:t>Operating value / Incidents, restoration, complaints and corrective action.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Civic agencies, arts/community organizations and access partners</a:t>
            </a:r>
          </a:p>
          <a:p>
            <a:r>
              <a:t>Funding and opening conditions</a:t>
            </a:r>
          </a:p>
          <a:p/>
          <a:p>
            <a:r>
              <a:t>The base income model includes $0 in public grants.</a:t>
            </a:r>
          </a:p>
          <a:p/>
          <a:p>
            <a:r>
              <a:t>$0 / Public grants in base income</a:t>
            </a:r>
          </a:p>
          <a:p>
            <a:r>
              <a:t>G1 / Site feasibility before promises</a:t>
            </a:r>
          </a:p>
          <a:p>
            <a:r>
              <a:t>G7 / Required readiness before opening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Civic agencies, arts/community organizations and access partners</a:t>
            </a:r>
          </a:p>
          <a:p>
            <a:r>
              <a:t>Agency and community questions</a:t>
            </a:r>
          </a:p>
          <a:p/>
          <a:p>
            <a:r>
              <a:t>The project seeks guidance on the process. It has submitted no application.</a:t>
            </a:r>
          </a:p>
          <a:p/>
          <a:p>
            <a:r>
              <a:t>Applicable process / Correct agencies, use/permit path and review timing.</a:t>
            </a:r>
          </a:p>
          <a:p>
            <a:r>
              <a:t>Public fit / Meaningful local benefit and eligible program scope, if any.</a:t>
            </a:r>
          </a:p>
          <a:p>
            <a:r>
              <a:t>Concerns early / Construction, access, community, noise and public-realm issues.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Civic agencies, arts/community organizations and access partners</a:t>
            </a:r>
          </a:p>
          <a:p>
            <a:r>
              <a:t>Coordination and evidence needs</a:t>
            </a:r>
          </a:p>
          <a:p/>
          <a:p>
            <a:r>
              <a:t>Identify the responsible agencies and the evidence they need before the project proceeds.</a:t>
            </a:r>
          </a:p>
          <a:p/>
          <a:p>
            <a:r>
              <a:t>No implied city endorsement or funding.</a:t>
            </a:r>
          </a:p>
          <a:p>
            <a:r>
              <a:t>No unapproved public-property use.</a:t>
            </a:r>
          </a:p>
          <a:p>
            <a:r>
              <a:t>Return with specific site, team, finance and public-benefit evidence.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Civic agencies, arts/community organizations and access partners</a:t>
            </a:r>
          </a:p>
          <a:p>
            <a:r>
              <a:t>Sources and unresolved conditions</a:t>
            </a:r>
          </a:p>
          <a:p/>
          <a:p>
            <a:r>
              <a:t>The repository links dated guidance and venue research.</a:t>
            </a:r>
          </a:p>
          <a:p/>
          <a:p>
            <a:r>
              <a:t>Denver event/arts-program guidance. ADA/WCAG design references.</a:t>
            </a:r>
          </a:p>
          <a:p>
            <a:r>
              <a:t>Exact footprint, lawful use, capacity and construction availability remain unresolved.</a:t>
            </a:r>
          </a:p>
          <a:p>
            <a:r>
              <a:t>Public-program partners and accepted roles require separate agreement.</a:t>
            </a:r>
          </a:p>
          <a:p/>
          <a:p>
            <a:r>
              <a:t>Status: working proposal. Site, dates, partners, funding and capacity need confirmation. The deck grants no external-action authority.</a:t>
            </a:r>
          </a:p>
          <a:p>
            <a:r>
              <a:t>Financial source: data/project.json and generated financial-results.json.</a:t>
            </a:r>
          </a:p>
          <a:p>
            <a:r>
              <a:t>Primary venue reference: https://www.denverenergycenter.com/home</a:t>
            </a:r>
          </a:p>
          <a:p>
            <a:r>
              <a:t>Program/market/rights sources and individual candidate evidence: RESEARCH.md in the accompanying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ede0619/taosarts/blob/main/Denver/Common-Altitude-2027/RESEARCH.md" TargetMode="Externa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CIVIC AGENCIES, ARTS/COMMUNITY ORGANIZATIONS AND ACCESS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8686800" cy="2926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COMMON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3F0E9"/>
                </a:solidFill>
                <a:latin typeface="Arial"/>
              </a:defRPr>
            </a:pPr>
            <a:r>
              <a:t>ALTITUDE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00600"/>
            <a:ext cx="8138160" cy="150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CIVIC + COMMUNITY DISCUSSION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A proposed art fair and exhibition with a public welcome.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0" y="1648205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1648205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99629" y="1648205"/>
            <a:ext cx="94731" cy="237506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05718" y="2561691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0571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46948" y="2561691"/>
            <a:ext cx="94731" cy="365394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05718" y="6120902"/>
            <a:ext cx="2435961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0" y="5207416"/>
            <a:ext cx="1623974" cy="94731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675120"/>
            <a:ext cx="365760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A6AAA6"/>
                </a:solidFill>
                <a:latin typeface="Arial"/>
              </a:defRPr>
            </a:pPr>
            <a:r>
              <a:t>ORIGINAL CONCEPT GRAPHIC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CIVIC AGENCIES, ARTS/COMMUNITY ORGANIZATIONS AND ACCESS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Artist pay and free public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proposal budgets creative work and core art access. Measure both outcomes.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852928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Free core art discovery.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76928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349496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Paid artistic and educational contribution.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73496"/>
            <a:ext cx="68580" cy="457200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5846063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51A22"/>
                </a:solidFill>
                <a:latin typeface="Arial"/>
              </a:defRPr>
            </a:pPr>
            <a:r>
              <a:t>Accountable operations and truthful outcomes.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CIVIC AGENCIES, ARTS/COMMUNITY ORGANIZATIONS AND ACCESS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Proposed creative fees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project has awarded no commission or grant.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$200,000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Artist/program-fee envelope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Direct-artist salon targets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$30,000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Combined proposed salon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stipends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CIVIC AGENCIES, ARTS/COMMUNITY ORGANIZATIONS AND ACCESS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Visitor access before and during the fair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Access requires information, usable routes, trained staff and suitable programs.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Before arrival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Clear free/paid information,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transport and access/sensory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details.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At the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Approved accessible routes,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rest/help and trained staff.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In the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Free learning, appropriate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making and paid local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leadership.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CIVIC AGENCIES, ARTS/COMMUNITY ORGANIZATIONS AND ACCESS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Site approval and neighborhood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property has construction and tenant constraints. Confirm each usable area.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Approvals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Actual use, capacity, life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safety and required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inspections.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Owner, tenants, contractors,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concourse and public realm.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Neighbors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Sound, hours, arrival, loading,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waste and factual contact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routes.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CIVIC AGENCIES, ARTS/COMMUNITY ORGANIZATIONS AND ACCESS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Local artist and community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Ask communities about the work and pay for accepted contributions.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Paid listening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Ask communities about the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brief before finalizing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Cultural 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Relevant artists/communities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lead their own representation.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Independent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Commercial underwriting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does not buy the program.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CIVIC AGENCIES, ARTS/COMMUNITY ORGANIZATIONS AND ACCESS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Proposed seven-day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August 9–15, 2027 planning week has no city approval.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PROFESSIONAL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Two orientation/preview days.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Five free-core-art days, talks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making.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CLOSE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Restoration, settlement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evidence-led reporting.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CIVIC AGENCIES, ARTS/COMMUNITY ORGANIZATIONS AND ACCESS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Artist, public and operating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Report direct measures with methods. The plan uses no economic-impact multiplier.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Artist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Fees, completed sales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settlement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Public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Access, participation, learning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and local feedback.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Operating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Incidents, restoration,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complaints and corrective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CIVIC AGENCIES, ARTS/COMMUNITY ORGANIZATIONS AND ACCESS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Funding and opening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base income model includes $0 in public grants.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Public grants in base income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G1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Site feasibility before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promises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151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18688"/>
            <a:ext cx="3584447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DCFF5F"/>
                </a:solidFill>
                <a:latin typeface="Arial"/>
              </a:defRPr>
            </a:pPr>
            <a:r>
              <a:t>G7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544568"/>
            <a:ext cx="3584447" cy="26151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Required readiness before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0E9"/>
                </a:solidFill>
                <a:latin typeface="Arial"/>
              </a:defRPr>
            </a:pPr>
            <a:r>
              <a:t>opening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CIVIC AGENCIES, ARTS/COMMUNITY ORGANIZATIONS AND ACCESS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Agency and community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project seeks guidance on the process. It has submitted no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Applicable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Correct agencies, use/permit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path and review timing.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6944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66944" y="2852928"/>
            <a:ext cx="4096511" cy="59436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Public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6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Meaningful local benefit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eligible program scope, if any.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19488" y="2852928"/>
            <a:ext cx="4096511" cy="4489703"/>
          </a:xfrm>
          <a:prstGeom prst="rect">
            <a:avLst/>
          </a:prstGeom>
          <a:solidFill>
            <a:srgbClr val="E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19488" y="2852928"/>
            <a:ext cx="4096511" cy="59436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19" y="3236976"/>
            <a:ext cx="3584447" cy="11887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51A22"/>
                </a:solidFill>
                <a:latin typeface="Arial"/>
              </a:defRPr>
            </a:pPr>
            <a:r>
              <a:t>Concerns early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4608576"/>
            <a:ext cx="3584447" cy="25237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Construction, access,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community, noise and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51A22"/>
                </a:solidFill>
                <a:latin typeface="Arial"/>
              </a:defRPr>
            </a:pPr>
            <a:r>
              <a:t>public-realm issues.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23444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CFF5F"/>
                </a:solidFill>
                <a:latin typeface="Arial"/>
              </a:defRPr>
            </a:pPr>
            <a:r>
              <a:t>THE 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418320" cy="2011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3F0E9"/>
                </a:solidFill>
                <a:latin typeface="Arial"/>
              </a:defRPr>
            </a:pPr>
            <a:r>
              <a:t>Coordination and evidence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3F0E9"/>
                </a:solidFill>
                <a:latin typeface="Arial"/>
              </a:defRPr>
            </a:pPr>
            <a:r>
              <a:t>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50184"/>
            <a:ext cx="96012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Identify the responsible agencies and the evidence they need before the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0E9"/>
                </a:solidFill>
                <a:latin typeface="Arial"/>
              </a:defRPr>
            </a:pPr>
            <a:r>
              <a:t>project proceeds.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5958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25958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No implied city endorsement or funding.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9110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99110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No unapproved public-property use.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722620"/>
            <a:ext cx="73152" cy="384048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722620"/>
            <a:ext cx="92354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0E9"/>
                </a:solidFill>
                <a:latin typeface="Arial"/>
              </a:defRPr>
            </a:pPr>
            <a:r>
              <a:t>Return with specific site, team, finance and public-benefit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40253" y="3931920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40253" y="3931920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793268" y="3931920"/>
            <a:ext cx="58792" cy="14740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928178" y="4498848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928178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381194" y="4498848"/>
            <a:ext cx="58792" cy="226771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928178" y="6707767"/>
            <a:ext cx="1511808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340253" y="6140839"/>
            <a:ext cx="1007872" cy="58792"/>
          </a:xfrm>
          <a:prstGeom prst="rect">
            <a:avLst/>
          </a:prstGeom>
          <a:solidFill>
            <a:srgbClr val="DCF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3F0E9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3F0E9"/>
                </a:solidFill>
                <a:latin typeface="Arial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24358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6AAA6"/>
                </a:solidFill>
                <a:latin typeface="Arial"/>
              </a:defRPr>
            </a:pPr>
            <a:r>
              <a:t>CIVIC AGENCIES, ARTS/COMMUNITY ORGANIZATIONS AND ACCESS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87552"/>
            <a:ext cx="12801600" cy="2148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51A22"/>
                </a:solidFill>
                <a:latin typeface="Arial"/>
              </a:defRPr>
            </a:pPr>
            <a:r>
              <a:t>Sources and unresolved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7220"/>
            <a:ext cx="12618720" cy="100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51A22"/>
                </a:solidFill>
                <a:latin typeface="Arial"/>
              </a:defRPr>
            </a:pPr>
            <a:r>
              <a:t>The repository links dated guidance and venue research.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880360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>
            <a:hlinkClick r:id="rId2"/>
          </p:cNvPr>
          <p:cNvSpPr txBox="1"/>
          <p:nvPr/>
        </p:nvSpPr>
        <p:spPr>
          <a:xfrm>
            <a:off x="1234440" y="2852928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Denver event/arts-program guidance. ADA/WCAG design references.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76928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>
            <a:hlinkClick r:id="rId2"/>
          </p:cNvPr>
          <p:cNvSpPr txBox="1"/>
          <p:nvPr/>
        </p:nvSpPr>
        <p:spPr>
          <a:xfrm>
            <a:off x="1234440" y="4349496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Exact footprint, lawful use, capacity and construction availability remain unresolved.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873496"/>
            <a:ext cx="68580" cy="457200"/>
          </a:xfrm>
          <a:prstGeom prst="rect">
            <a:avLst/>
          </a:prstGeom>
          <a:solidFill>
            <a:srgbClr val="294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>
            <a:hlinkClick r:id="rId2"/>
          </p:cNvPr>
          <p:cNvSpPr txBox="1"/>
          <p:nvPr/>
        </p:nvSpPr>
        <p:spPr>
          <a:xfrm>
            <a:off x="1234440" y="5846063"/>
            <a:ext cx="12252960" cy="1377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51A22"/>
                </a:solidFill>
                <a:latin typeface="Arial"/>
              </a:defRPr>
            </a:pPr>
            <a:r>
              <a:t>Public-program partners and accepted roles require separate agreement.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7635240"/>
            <a:ext cx="12801600" cy="10972"/>
          </a:xfrm>
          <a:prstGeom prst="rect">
            <a:avLst/>
          </a:prstGeom>
          <a:solidFill>
            <a:srgbClr val="A6AA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772400"/>
            <a:ext cx="36576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51A22"/>
                </a:solidFill>
                <a:latin typeface="Arial"/>
              </a:defRPr>
            </a:pPr>
            <a:r>
              <a:t>COMMON ALTITUDE /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7772400"/>
            <a:ext cx="640080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WORKING PROPOSAL / 24 OCT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38760" y="7772400"/>
            <a:ext cx="77724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51A22"/>
                </a:solidFill>
                <a:latin typeface="Arial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ALTITUDE. Civic agencies, arts/community organizations and access partners</dc:title>
  <dc:subject>Conditional proposal for review, October 24 2026</dc:subject>
  <dc:creator>Common Altitude planning</dc:creator>
  <cp:keywords/>
  <dc:description>generated using python-pptx</dc:description>
  <cp:lastModifiedBy>Common Altitude planning</cp:lastModifiedBy>
  <cp:revision>1</cp:revision>
  <dcterms:created xsi:type="dcterms:W3CDTF">2013-01-27T09:14:16Z</dcterms:created>
  <dcterms:modified xsi:type="dcterms:W3CDTF">2013-01-27T09:15:58Z</dcterms:modified>
  <cp:category/>
</cp:coreProperties>
</file>